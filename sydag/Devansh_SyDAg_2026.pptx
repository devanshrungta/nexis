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8" r:id="rId2"/>
  </p:sldIdLst>
  <p:sldSz cx="31089600" cy="41148000"/>
  <p:notesSz cx="6858000" cy="9144000"/>
  <p:embeddedFontLst>
    <p:embeddedFont>
      <p:font typeface="United Sans Cond Heavy" panose="020B0604020202020204" charset="0"/>
      <p:regular r:id="rId3"/>
      <p:bold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9104" userDrawn="1">
          <p15:clr>
            <a:srgbClr val="A4A3A4"/>
          </p15:clr>
        </p15:guide>
        <p15:guide id="3" pos="4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3131"/>
    <a:srgbClr val="13294B"/>
    <a:srgbClr val="FF5F05"/>
    <a:srgbClr val="F050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4ED7CF-D80A-B829-8E25-DD6387E95ADD}" v="184" dt="2026-09-22T21:00:18.365"/>
    <p1510:client id="{E1978526-571A-43E4-9075-3EC8C9FB59F1}" v="103" dt="2026-09-23T12:58:33.9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882" y="-1531"/>
      </p:cViewPr>
      <p:guideLst>
        <p:guide orient="horz" pos="2160"/>
        <p:guide pos="19104"/>
        <p:guide pos="4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font" Target="fonts/font2.fntdata"/><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jahan, Sunoj" userId="fb36d803-b407-45c0-b249-f377daaa48e5" providerId="ADAL" clId="{58889B45-8DDE-40B8-8504-908238B54ECA}"/>
    <pc:docChg chg="undo custSel modSld">
      <pc:chgData name="Shajahan, Sunoj" userId="fb36d803-b407-45c0-b249-f377daaa48e5" providerId="ADAL" clId="{58889B45-8DDE-40B8-8504-908238B54ECA}" dt="2026-09-23T12:59:16.932" v="2309" actId="1036"/>
      <pc:docMkLst>
        <pc:docMk/>
      </pc:docMkLst>
      <pc:sldChg chg="addSp delSp modSp mod">
        <pc:chgData name="Shajahan, Sunoj" userId="fb36d803-b407-45c0-b249-f377daaa48e5" providerId="ADAL" clId="{58889B45-8DDE-40B8-8504-908238B54ECA}" dt="2026-09-23T12:59:16.932" v="2309" actId="1036"/>
        <pc:sldMkLst>
          <pc:docMk/>
          <pc:sldMk cId="304086385" sldId="258"/>
        </pc:sldMkLst>
        <pc:spChg chg="mod">
          <ac:chgData name="Shajahan, Sunoj" userId="fb36d803-b407-45c0-b249-f377daaa48e5" providerId="ADAL" clId="{58889B45-8DDE-40B8-8504-908238B54ECA}" dt="2026-09-23T10:56:56.677" v="61" actId="165"/>
          <ac:spMkLst>
            <pc:docMk/>
            <pc:sldMk cId="304086385" sldId="258"/>
            <ac:spMk id="3" creationId="{92603C14-6F29-9787-6CDE-9908DDD3CC43}"/>
          </ac:spMkLst>
        </pc:spChg>
        <pc:spChg chg="mod">
          <ac:chgData name="Shajahan, Sunoj" userId="fb36d803-b407-45c0-b249-f377daaa48e5" providerId="ADAL" clId="{58889B45-8DDE-40B8-8504-908238B54ECA}" dt="2026-09-23T10:56:56.677" v="61" actId="165"/>
          <ac:spMkLst>
            <pc:docMk/>
            <pc:sldMk cId="304086385" sldId="258"/>
            <ac:spMk id="4" creationId="{B50FC8EC-9F91-8340-AE56-6258B8FCFA27}"/>
          </ac:spMkLst>
        </pc:spChg>
        <pc:spChg chg="mod topLvl">
          <ac:chgData name="Shajahan, Sunoj" userId="fb36d803-b407-45c0-b249-f377daaa48e5" providerId="ADAL" clId="{58889B45-8DDE-40B8-8504-908238B54ECA}" dt="2026-09-23T12:56:32.981" v="2265" actId="12789"/>
          <ac:spMkLst>
            <pc:docMk/>
            <pc:sldMk cId="304086385" sldId="258"/>
            <ac:spMk id="5" creationId="{9A4C2B96-75C8-BEFC-E5A3-1CA48D80F411}"/>
          </ac:spMkLst>
        </pc:spChg>
        <pc:spChg chg="del">
          <ac:chgData name="Shajahan, Sunoj" userId="fb36d803-b407-45c0-b249-f377daaa48e5" providerId="ADAL" clId="{58889B45-8DDE-40B8-8504-908238B54ECA}" dt="2026-09-23T10:55:20.375" v="39" actId="478"/>
          <ac:spMkLst>
            <pc:docMk/>
            <pc:sldMk cId="304086385" sldId="258"/>
            <ac:spMk id="6" creationId="{57A36182-7D5D-A1AC-83A2-9D258E05239A}"/>
          </ac:spMkLst>
        </pc:spChg>
        <pc:spChg chg="mod topLvl">
          <ac:chgData name="Shajahan, Sunoj" userId="fb36d803-b407-45c0-b249-f377daaa48e5" providerId="ADAL" clId="{58889B45-8DDE-40B8-8504-908238B54ECA}" dt="2026-09-23T10:56:56.677" v="61" actId="165"/>
          <ac:spMkLst>
            <pc:docMk/>
            <pc:sldMk cId="304086385" sldId="258"/>
            <ac:spMk id="7" creationId="{D2F30531-AA3E-F22A-2DE9-C27ABD21A395}"/>
          </ac:spMkLst>
        </pc:spChg>
        <pc:spChg chg="del mod topLvl">
          <ac:chgData name="Shajahan, Sunoj" userId="fb36d803-b407-45c0-b249-f377daaa48e5" providerId="ADAL" clId="{58889B45-8DDE-40B8-8504-908238B54ECA}" dt="2026-09-23T10:56:59.883" v="62" actId="478"/>
          <ac:spMkLst>
            <pc:docMk/>
            <pc:sldMk cId="304086385" sldId="258"/>
            <ac:spMk id="8" creationId="{C48F6719-25E0-9D41-59A0-3ACC74660F95}"/>
          </ac:spMkLst>
        </pc:spChg>
        <pc:spChg chg="del mod">
          <ac:chgData name="Shajahan, Sunoj" userId="fb36d803-b407-45c0-b249-f377daaa48e5" providerId="ADAL" clId="{58889B45-8DDE-40B8-8504-908238B54ECA}" dt="2026-09-23T10:57:32.269" v="72" actId="478"/>
          <ac:spMkLst>
            <pc:docMk/>
            <pc:sldMk cId="304086385" sldId="258"/>
            <ac:spMk id="10" creationId="{F1563164-E721-3066-A6D6-0C56282CACE1}"/>
          </ac:spMkLst>
        </pc:spChg>
        <pc:spChg chg="del">
          <ac:chgData name="Shajahan, Sunoj" userId="fb36d803-b407-45c0-b249-f377daaa48e5" providerId="ADAL" clId="{58889B45-8DDE-40B8-8504-908238B54ECA}" dt="2026-09-23T10:57:25.969" v="70" actId="478"/>
          <ac:spMkLst>
            <pc:docMk/>
            <pc:sldMk cId="304086385" sldId="258"/>
            <ac:spMk id="15" creationId="{6D23FE5E-BF13-E6BF-359E-E94CB3215D33}"/>
          </ac:spMkLst>
        </pc:spChg>
        <pc:spChg chg="mod">
          <ac:chgData name="Shajahan, Sunoj" userId="fb36d803-b407-45c0-b249-f377daaa48e5" providerId="ADAL" clId="{58889B45-8DDE-40B8-8504-908238B54ECA}" dt="2026-09-23T10:58:05.810" v="82" actId="14100"/>
          <ac:spMkLst>
            <pc:docMk/>
            <pc:sldMk cId="304086385" sldId="258"/>
            <ac:spMk id="16" creationId="{746D200B-A1B0-DD5F-9F85-5F2BAB5E0B6F}"/>
          </ac:spMkLst>
        </pc:spChg>
        <pc:spChg chg="mod">
          <ac:chgData name="Shajahan, Sunoj" userId="fb36d803-b407-45c0-b249-f377daaa48e5" providerId="ADAL" clId="{58889B45-8DDE-40B8-8504-908238B54ECA}" dt="2026-09-23T12:38:48.744" v="1724" actId="1035"/>
          <ac:spMkLst>
            <pc:docMk/>
            <pc:sldMk cId="304086385" sldId="258"/>
            <ac:spMk id="17" creationId="{34FB416F-227A-4E9D-16FF-B0C7EB9F7400}"/>
          </ac:spMkLst>
        </pc:spChg>
        <pc:spChg chg="mod ord">
          <ac:chgData name="Shajahan, Sunoj" userId="fb36d803-b407-45c0-b249-f377daaa48e5" providerId="ADAL" clId="{58889B45-8DDE-40B8-8504-908238B54ECA}" dt="2026-09-23T11:59:59.305" v="1392" actId="12788"/>
          <ac:spMkLst>
            <pc:docMk/>
            <pc:sldMk cId="304086385" sldId="258"/>
            <ac:spMk id="18" creationId="{6FAF5805-FFBC-48F7-2D4B-686917B76224}"/>
          </ac:spMkLst>
        </pc:spChg>
        <pc:spChg chg="mod">
          <ac:chgData name="Shajahan, Sunoj" userId="fb36d803-b407-45c0-b249-f377daaa48e5" providerId="ADAL" clId="{58889B45-8DDE-40B8-8504-908238B54ECA}" dt="2026-09-23T12:39:04.655" v="1745" actId="1035"/>
          <ac:spMkLst>
            <pc:docMk/>
            <pc:sldMk cId="304086385" sldId="258"/>
            <ac:spMk id="19" creationId="{72036FC1-4D2C-C4AB-C9C9-7AE5D146084D}"/>
          </ac:spMkLst>
        </pc:spChg>
        <pc:spChg chg="mod">
          <ac:chgData name="Shajahan, Sunoj" userId="fb36d803-b407-45c0-b249-f377daaa48e5" providerId="ADAL" clId="{58889B45-8DDE-40B8-8504-908238B54ECA}" dt="2026-09-23T10:59:32.236" v="97" actId="1076"/>
          <ac:spMkLst>
            <pc:docMk/>
            <pc:sldMk cId="304086385" sldId="258"/>
            <ac:spMk id="20" creationId="{77A64CD5-EFAD-D3D0-5D91-D7970C1E830B}"/>
          </ac:spMkLst>
        </pc:spChg>
        <pc:spChg chg="mod">
          <ac:chgData name="Shajahan, Sunoj" userId="fb36d803-b407-45c0-b249-f377daaa48e5" providerId="ADAL" clId="{58889B45-8DDE-40B8-8504-908238B54ECA}" dt="2026-09-23T12:39:04.655" v="1745" actId="1035"/>
          <ac:spMkLst>
            <pc:docMk/>
            <pc:sldMk cId="304086385" sldId="258"/>
            <ac:spMk id="21" creationId="{C6D4BB55-C3F5-1D45-B169-DB1D604FF290}"/>
          </ac:spMkLst>
        </pc:spChg>
        <pc:spChg chg="mod">
          <ac:chgData name="Shajahan, Sunoj" userId="fb36d803-b407-45c0-b249-f377daaa48e5" providerId="ADAL" clId="{58889B45-8DDE-40B8-8504-908238B54ECA}" dt="2026-09-23T12:39:22.016" v="1747" actId="207"/>
          <ac:spMkLst>
            <pc:docMk/>
            <pc:sldMk cId="304086385" sldId="258"/>
            <ac:spMk id="22" creationId="{E6A4A06B-4C32-ED01-77EE-E8124EC4F7A3}"/>
          </ac:spMkLst>
        </pc:spChg>
        <pc:spChg chg="mod">
          <ac:chgData name="Shajahan, Sunoj" userId="fb36d803-b407-45c0-b249-f377daaa48e5" providerId="ADAL" clId="{58889B45-8DDE-40B8-8504-908238B54ECA}" dt="2026-09-23T10:58:55.612" v="93" actId="1037"/>
          <ac:spMkLst>
            <pc:docMk/>
            <pc:sldMk cId="304086385" sldId="258"/>
            <ac:spMk id="23" creationId="{03DDC4BA-04D5-FE29-F302-E886D4D3B41B}"/>
          </ac:spMkLst>
        </pc:spChg>
        <pc:spChg chg="mod">
          <ac:chgData name="Shajahan, Sunoj" userId="fb36d803-b407-45c0-b249-f377daaa48e5" providerId="ADAL" clId="{58889B45-8DDE-40B8-8504-908238B54ECA}" dt="2026-09-23T10:59:32.236" v="97" actId="1076"/>
          <ac:spMkLst>
            <pc:docMk/>
            <pc:sldMk cId="304086385" sldId="258"/>
            <ac:spMk id="24" creationId="{A8B90F03-24AC-0C36-407E-E8A1C047FC78}"/>
          </ac:spMkLst>
        </pc:spChg>
        <pc:spChg chg="mod">
          <ac:chgData name="Shajahan, Sunoj" userId="fb36d803-b407-45c0-b249-f377daaa48e5" providerId="ADAL" clId="{58889B45-8DDE-40B8-8504-908238B54ECA}" dt="2026-09-23T12:58:47.847" v="2289" actId="553"/>
          <ac:spMkLst>
            <pc:docMk/>
            <pc:sldMk cId="304086385" sldId="258"/>
            <ac:spMk id="25" creationId="{6042A2EA-F0F0-FE72-091E-B46FEC563EEA}"/>
          </ac:spMkLst>
        </pc:spChg>
        <pc:spChg chg="mod">
          <ac:chgData name="Shajahan, Sunoj" userId="fb36d803-b407-45c0-b249-f377daaa48e5" providerId="ADAL" clId="{58889B45-8DDE-40B8-8504-908238B54ECA}" dt="2026-09-23T12:31:31.267" v="1471" actId="1035"/>
          <ac:spMkLst>
            <pc:docMk/>
            <pc:sldMk cId="304086385" sldId="258"/>
            <ac:spMk id="26" creationId="{0B5C02E3-CC23-6F00-87DB-10196162B23D}"/>
          </ac:spMkLst>
        </pc:spChg>
        <pc:spChg chg="mod">
          <ac:chgData name="Shajahan, Sunoj" userId="fb36d803-b407-45c0-b249-f377daaa48e5" providerId="ADAL" clId="{58889B45-8DDE-40B8-8504-908238B54ECA}" dt="2026-09-23T12:39:22.016" v="1747" actId="207"/>
          <ac:spMkLst>
            <pc:docMk/>
            <pc:sldMk cId="304086385" sldId="258"/>
            <ac:spMk id="27" creationId="{15F0DCE3-814D-837F-14BD-05007F66A64C}"/>
          </ac:spMkLst>
        </pc:spChg>
        <pc:spChg chg="mod">
          <ac:chgData name="Shajahan, Sunoj" userId="fb36d803-b407-45c0-b249-f377daaa48e5" providerId="ADAL" clId="{58889B45-8DDE-40B8-8504-908238B54ECA}" dt="2026-09-23T12:36:12.834" v="1485" actId="1036"/>
          <ac:spMkLst>
            <pc:docMk/>
            <pc:sldMk cId="304086385" sldId="258"/>
            <ac:spMk id="29" creationId="{3914004A-823D-E7F0-C1B2-3997410AD547}"/>
          </ac:spMkLst>
        </pc:spChg>
        <pc:spChg chg="mod">
          <ac:chgData name="Shajahan, Sunoj" userId="fb36d803-b407-45c0-b249-f377daaa48e5" providerId="ADAL" clId="{58889B45-8DDE-40B8-8504-908238B54ECA}" dt="2026-09-23T12:39:04.655" v="1745" actId="1035"/>
          <ac:spMkLst>
            <pc:docMk/>
            <pc:sldMk cId="304086385" sldId="258"/>
            <ac:spMk id="30" creationId="{D28A82E7-204F-6EFD-5CE2-6AD89BE06B95}"/>
          </ac:spMkLst>
        </pc:spChg>
        <pc:spChg chg="mod">
          <ac:chgData name="Shajahan, Sunoj" userId="fb36d803-b407-45c0-b249-f377daaa48e5" providerId="ADAL" clId="{58889B45-8DDE-40B8-8504-908238B54ECA}" dt="2026-09-23T12:39:22.016" v="1747" actId="207"/>
          <ac:spMkLst>
            <pc:docMk/>
            <pc:sldMk cId="304086385" sldId="258"/>
            <ac:spMk id="31" creationId="{DFBFEB3F-1B07-7ADB-AD42-0E3FC7318DB0}"/>
          </ac:spMkLst>
        </pc:spChg>
        <pc:spChg chg="mod">
          <ac:chgData name="Shajahan, Sunoj" userId="fb36d803-b407-45c0-b249-f377daaa48e5" providerId="ADAL" clId="{58889B45-8DDE-40B8-8504-908238B54ECA}" dt="2026-09-23T12:39:57.520" v="1751" actId="14100"/>
          <ac:spMkLst>
            <pc:docMk/>
            <pc:sldMk cId="304086385" sldId="258"/>
            <ac:spMk id="32" creationId="{D6EE2701-E548-D52D-97A3-0BA0B87B6A53}"/>
          </ac:spMkLst>
        </pc:spChg>
        <pc:spChg chg="mod">
          <ac:chgData name="Shajahan, Sunoj" userId="fb36d803-b407-45c0-b249-f377daaa48e5" providerId="ADAL" clId="{58889B45-8DDE-40B8-8504-908238B54ECA}" dt="2026-09-23T12:36:12.834" v="1485" actId="1036"/>
          <ac:spMkLst>
            <pc:docMk/>
            <pc:sldMk cId="304086385" sldId="258"/>
            <ac:spMk id="33" creationId="{B972F772-BC45-0ADA-85FC-71677856B48F}"/>
          </ac:spMkLst>
        </pc:spChg>
        <pc:spChg chg="mod">
          <ac:chgData name="Shajahan, Sunoj" userId="fb36d803-b407-45c0-b249-f377daaa48e5" providerId="ADAL" clId="{58889B45-8DDE-40B8-8504-908238B54ECA}" dt="2026-09-23T12:39:10.774" v="1746" actId="120"/>
          <ac:spMkLst>
            <pc:docMk/>
            <pc:sldMk cId="304086385" sldId="258"/>
            <ac:spMk id="35" creationId="{258B1D09-AF50-54D6-6F2E-6773910BCBAE}"/>
          </ac:spMkLst>
        </pc:spChg>
        <pc:spChg chg="del mod">
          <ac:chgData name="Shajahan, Sunoj" userId="fb36d803-b407-45c0-b249-f377daaa48e5" providerId="ADAL" clId="{58889B45-8DDE-40B8-8504-908238B54ECA}" dt="2026-09-23T12:56:17.517" v="2264" actId="478"/>
          <ac:spMkLst>
            <pc:docMk/>
            <pc:sldMk cId="304086385" sldId="258"/>
            <ac:spMk id="36" creationId="{195F10A4-F634-90CE-D21E-B76524EB5FED}"/>
          </ac:spMkLst>
        </pc:spChg>
        <pc:spChg chg="del mod">
          <ac:chgData name="Shajahan, Sunoj" userId="fb36d803-b407-45c0-b249-f377daaa48e5" providerId="ADAL" clId="{58889B45-8DDE-40B8-8504-908238B54ECA}" dt="2026-09-23T12:56:17.517" v="2264" actId="478"/>
          <ac:spMkLst>
            <pc:docMk/>
            <pc:sldMk cId="304086385" sldId="258"/>
            <ac:spMk id="37" creationId="{62C59262-05F4-EC0E-9B77-8790720CC724}"/>
          </ac:spMkLst>
        </pc:spChg>
        <pc:spChg chg="del mod">
          <ac:chgData name="Shajahan, Sunoj" userId="fb36d803-b407-45c0-b249-f377daaa48e5" providerId="ADAL" clId="{58889B45-8DDE-40B8-8504-908238B54ECA}" dt="2026-09-23T12:56:17.517" v="2264" actId="478"/>
          <ac:spMkLst>
            <pc:docMk/>
            <pc:sldMk cId="304086385" sldId="258"/>
            <ac:spMk id="38" creationId="{75752CAD-9A73-F0E4-BB3F-A254AA7652C3}"/>
          </ac:spMkLst>
        </pc:spChg>
        <pc:spChg chg="mod ord">
          <ac:chgData name="Shajahan, Sunoj" userId="fb36d803-b407-45c0-b249-f377daaa48e5" providerId="ADAL" clId="{58889B45-8DDE-40B8-8504-908238B54ECA}" dt="2026-09-23T11:11:33.912" v="380" actId="554"/>
          <ac:spMkLst>
            <pc:docMk/>
            <pc:sldMk cId="304086385" sldId="258"/>
            <ac:spMk id="42" creationId="{D9EA6DB3-166F-1B6D-2938-8AEDE8D427C5}"/>
          </ac:spMkLst>
        </pc:spChg>
        <pc:spChg chg="mod ord">
          <ac:chgData name="Shajahan, Sunoj" userId="fb36d803-b407-45c0-b249-f377daaa48e5" providerId="ADAL" clId="{58889B45-8DDE-40B8-8504-908238B54ECA}" dt="2026-09-23T12:39:04.655" v="1745" actId="1035"/>
          <ac:spMkLst>
            <pc:docMk/>
            <pc:sldMk cId="304086385" sldId="258"/>
            <ac:spMk id="43" creationId="{23F8C442-F3A1-DB85-0C25-6A2406524F51}"/>
          </ac:spMkLst>
        </pc:spChg>
        <pc:spChg chg="del mod">
          <ac:chgData name="Shajahan, Sunoj" userId="fb36d803-b407-45c0-b249-f377daaa48e5" providerId="ADAL" clId="{58889B45-8DDE-40B8-8504-908238B54ECA}" dt="2026-09-23T11:07:05.201" v="140" actId="478"/>
          <ac:spMkLst>
            <pc:docMk/>
            <pc:sldMk cId="304086385" sldId="258"/>
            <ac:spMk id="44" creationId="{BA2C6EB7-3391-030E-27F3-F3D5AE2F5BA4}"/>
          </ac:spMkLst>
        </pc:spChg>
        <pc:spChg chg="mod">
          <ac:chgData name="Shajahan, Sunoj" userId="fb36d803-b407-45c0-b249-f377daaa48e5" providerId="ADAL" clId="{58889B45-8DDE-40B8-8504-908238B54ECA}" dt="2026-09-23T11:27:49.748" v="509" actId="14100"/>
          <ac:spMkLst>
            <pc:docMk/>
            <pc:sldMk cId="304086385" sldId="258"/>
            <ac:spMk id="46" creationId="{2AB31245-78BD-BF06-4663-34CA94C70CC0}"/>
          </ac:spMkLst>
        </pc:spChg>
        <pc:spChg chg="del mod">
          <ac:chgData name="Shajahan, Sunoj" userId="fb36d803-b407-45c0-b249-f377daaa48e5" providerId="ADAL" clId="{58889B45-8DDE-40B8-8504-908238B54ECA}" dt="2026-09-23T11:07:14.032" v="142" actId="478"/>
          <ac:spMkLst>
            <pc:docMk/>
            <pc:sldMk cId="304086385" sldId="258"/>
            <ac:spMk id="47" creationId="{5FCAA279-E60D-71D5-6B90-54345E35A5F1}"/>
          </ac:spMkLst>
        </pc:spChg>
        <pc:spChg chg="mod">
          <ac:chgData name="Shajahan, Sunoj" userId="fb36d803-b407-45c0-b249-f377daaa48e5" providerId="ADAL" clId="{58889B45-8DDE-40B8-8504-908238B54ECA}" dt="2026-09-23T12:39:22.016" v="1747" actId="207"/>
          <ac:spMkLst>
            <pc:docMk/>
            <pc:sldMk cId="304086385" sldId="258"/>
            <ac:spMk id="48" creationId="{DCAEF1E5-418F-CD03-3F7C-567A7AAB02CD}"/>
          </ac:spMkLst>
        </pc:spChg>
        <pc:spChg chg="del mod">
          <ac:chgData name="Shajahan, Sunoj" userId="fb36d803-b407-45c0-b249-f377daaa48e5" providerId="ADAL" clId="{58889B45-8DDE-40B8-8504-908238B54ECA}" dt="2026-09-23T11:03:10.989" v="123" actId="478"/>
          <ac:spMkLst>
            <pc:docMk/>
            <pc:sldMk cId="304086385" sldId="258"/>
            <ac:spMk id="49" creationId="{8DE9C777-F54B-901E-CE7C-937B29A8410B}"/>
          </ac:spMkLst>
        </pc:spChg>
        <pc:spChg chg="mod">
          <ac:chgData name="Shajahan, Sunoj" userId="fb36d803-b407-45c0-b249-f377daaa48e5" providerId="ADAL" clId="{58889B45-8DDE-40B8-8504-908238B54ECA}" dt="2026-09-23T11:27:38.158" v="508" actId="20577"/>
          <ac:spMkLst>
            <pc:docMk/>
            <pc:sldMk cId="304086385" sldId="258"/>
            <ac:spMk id="50" creationId="{49BA6EFD-24F3-5182-3E31-9B11562BBB7C}"/>
          </ac:spMkLst>
        </pc:spChg>
        <pc:spChg chg="add del">
          <ac:chgData name="Shajahan, Sunoj" userId="fb36d803-b407-45c0-b249-f377daaa48e5" providerId="ADAL" clId="{58889B45-8DDE-40B8-8504-908238B54ECA}" dt="2026-09-23T10:43:28.369" v="4" actId="478"/>
          <ac:spMkLst>
            <pc:docMk/>
            <pc:sldMk cId="304086385" sldId="258"/>
            <ac:spMk id="52" creationId="{9864F468-7315-E2AD-9614-72E35541B15D}"/>
          </ac:spMkLst>
        </pc:spChg>
        <pc:spChg chg="add mod">
          <ac:chgData name="Shajahan, Sunoj" userId="fb36d803-b407-45c0-b249-f377daaa48e5" providerId="ADAL" clId="{58889B45-8DDE-40B8-8504-908238B54ECA}" dt="2026-09-23T10:43:10.760" v="2"/>
          <ac:spMkLst>
            <pc:docMk/>
            <pc:sldMk cId="304086385" sldId="258"/>
            <ac:spMk id="53" creationId="{33DB1B80-BB50-0B39-97B0-69321A062C5A}"/>
          </ac:spMkLst>
        </pc:spChg>
        <pc:spChg chg="del mod">
          <ac:chgData name="Shajahan, Sunoj" userId="fb36d803-b407-45c0-b249-f377daaa48e5" providerId="ADAL" clId="{58889B45-8DDE-40B8-8504-908238B54ECA}" dt="2026-09-23T11:07:05.201" v="140" actId="478"/>
          <ac:spMkLst>
            <pc:docMk/>
            <pc:sldMk cId="304086385" sldId="258"/>
            <ac:spMk id="54" creationId="{08E39900-189A-6849-68C9-199C1C4A7D9C}"/>
          </ac:spMkLst>
        </pc:spChg>
        <pc:spChg chg="mod">
          <ac:chgData name="Shajahan, Sunoj" userId="fb36d803-b407-45c0-b249-f377daaa48e5" providerId="ADAL" clId="{58889B45-8DDE-40B8-8504-908238B54ECA}" dt="2026-09-23T12:39:53.006" v="1750" actId="1076"/>
          <ac:spMkLst>
            <pc:docMk/>
            <pc:sldMk cId="304086385" sldId="258"/>
            <ac:spMk id="55" creationId="{E62A1052-A015-D466-6306-91CC6CEFEB2A}"/>
          </ac:spMkLst>
        </pc:spChg>
        <pc:spChg chg="add mod">
          <ac:chgData name="Shajahan, Sunoj" userId="fb36d803-b407-45c0-b249-f377daaa48e5" providerId="ADAL" clId="{58889B45-8DDE-40B8-8504-908238B54ECA}" dt="2026-09-23T12:38:59.400" v="1739" actId="1035"/>
          <ac:spMkLst>
            <pc:docMk/>
            <pc:sldMk cId="304086385" sldId="258"/>
            <ac:spMk id="56" creationId="{1D6509C6-DBDC-0A6E-711A-1DF7CF8A944F}"/>
          </ac:spMkLst>
        </pc:spChg>
        <pc:spChg chg="del mod">
          <ac:chgData name="Shajahan, Sunoj" userId="fb36d803-b407-45c0-b249-f377daaa48e5" providerId="ADAL" clId="{58889B45-8DDE-40B8-8504-908238B54ECA}" dt="2026-09-23T12:56:17.517" v="2264" actId="478"/>
          <ac:spMkLst>
            <pc:docMk/>
            <pc:sldMk cId="304086385" sldId="258"/>
            <ac:spMk id="59" creationId="{E7B6D351-771C-72A0-185A-7A2C76A83F3D}"/>
          </ac:spMkLst>
        </pc:spChg>
        <pc:spChg chg="mod ord">
          <ac:chgData name="Shajahan, Sunoj" userId="fb36d803-b407-45c0-b249-f377daaa48e5" providerId="ADAL" clId="{58889B45-8DDE-40B8-8504-908238B54ECA}" dt="2026-09-23T12:39:04.655" v="1745" actId="1035"/>
          <ac:spMkLst>
            <pc:docMk/>
            <pc:sldMk cId="304086385" sldId="258"/>
            <ac:spMk id="60" creationId="{0587E852-989A-20C1-B7CA-E62478BB8BFD}"/>
          </ac:spMkLst>
        </pc:spChg>
        <pc:spChg chg="mod">
          <ac:chgData name="Shajahan, Sunoj" userId="fb36d803-b407-45c0-b249-f377daaa48e5" providerId="ADAL" clId="{58889B45-8DDE-40B8-8504-908238B54ECA}" dt="2026-09-23T12:39:04.655" v="1745" actId="1035"/>
          <ac:spMkLst>
            <pc:docMk/>
            <pc:sldMk cId="304086385" sldId="258"/>
            <ac:spMk id="64" creationId="{7B184FDA-DDBC-855B-868A-D916A661F75E}"/>
          </ac:spMkLst>
        </pc:spChg>
        <pc:spChg chg="add mod">
          <ac:chgData name="Shajahan, Sunoj" userId="fb36d803-b407-45c0-b249-f377daaa48e5" providerId="ADAL" clId="{58889B45-8DDE-40B8-8504-908238B54ECA}" dt="2026-09-23T12:39:04.655" v="1745" actId="1035"/>
          <ac:spMkLst>
            <pc:docMk/>
            <pc:sldMk cId="304086385" sldId="258"/>
            <ac:spMk id="70" creationId="{15BC45AD-02C6-B2F7-BF1B-838A9E6B313C}"/>
          </ac:spMkLst>
        </pc:spChg>
        <pc:spChg chg="add mod">
          <ac:chgData name="Shajahan, Sunoj" userId="fb36d803-b407-45c0-b249-f377daaa48e5" providerId="ADAL" clId="{58889B45-8DDE-40B8-8504-908238B54ECA}" dt="2026-09-23T11:38:50.869" v="686" actId="1076"/>
          <ac:spMkLst>
            <pc:docMk/>
            <pc:sldMk cId="304086385" sldId="258"/>
            <ac:spMk id="79" creationId="{DA304AC3-73B3-07B3-F512-51DF2FC66648}"/>
          </ac:spMkLst>
        </pc:spChg>
        <pc:spChg chg="add del mod">
          <ac:chgData name="Shajahan, Sunoj" userId="fb36d803-b407-45c0-b249-f377daaa48e5" providerId="ADAL" clId="{58889B45-8DDE-40B8-8504-908238B54ECA}" dt="2026-09-23T11:40:52.231" v="716"/>
          <ac:spMkLst>
            <pc:docMk/>
            <pc:sldMk cId="304086385" sldId="258"/>
            <ac:spMk id="82" creationId="{D819603F-457E-C3D6-194C-4F10CF1899C7}"/>
          </ac:spMkLst>
        </pc:spChg>
        <pc:spChg chg="add del mod">
          <ac:chgData name="Shajahan, Sunoj" userId="fb36d803-b407-45c0-b249-f377daaa48e5" providerId="ADAL" clId="{58889B45-8DDE-40B8-8504-908238B54ECA}" dt="2026-09-23T11:40:52.231" v="716"/>
          <ac:spMkLst>
            <pc:docMk/>
            <pc:sldMk cId="304086385" sldId="258"/>
            <ac:spMk id="83" creationId="{1AADAA09-E399-081A-238A-4CD01142B09E}"/>
          </ac:spMkLst>
        </pc:spChg>
        <pc:spChg chg="add">
          <ac:chgData name="Shajahan, Sunoj" userId="fb36d803-b407-45c0-b249-f377daaa48e5" providerId="ADAL" clId="{58889B45-8DDE-40B8-8504-908238B54ECA}" dt="2026-09-23T11:48:27.115" v="871"/>
          <ac:spMkLst>
            <pc:docMk/>
            <pc:sldMk cId="304086385" sldId="258"/>
            <ac:spMk id="93" creationId="{FDE0B2CF-CFE8-4D8A-E83F-1F0B3497F89A}"/>
          </ac:spMkLst>
        </pc:spChg>
        <pc:spChg chg="add mod">
          <ac:chgData name="Shajahan, Sunoj" userId="fb36d803-b407-45c0-b249-f377daaa48e5" providerId="ADAL" clId="{58889B45-8DDE-40B8-8504-908238B54ECA}" dt="2026-09-23T11:55:21.784" v="1200" actId="6549"/>
          <ac:spMkLst>
            <pc:docMk/>
            <pc:sldMk cId="304086385" sldId="258"/>
            <ac:spMk id="95" creationId="{3410393E-2C41-7747-635A-AA1D350C2E97}"/>
          </ac:spMkLst>
        </pc:spChg>
        <pc:spChg chg="add mod">
          <ac:chgData name="Shajahan, Sunoj" userId="fb36d803-b407-45c0-b249-f377daaa48e5" providerId="ADAL" clId="{58889B45-8DDE-40B8-8504-908238B54ECA}" dt="2026-09-23T11:55:00.019" v="1193" actId="164"/>
          <ac:spMkLst>
            <pc:docMk/>
            <pc:sldMk cId="304086385" sldId="258"/>
            <ac:spMk id="96" creationId="{CA239C1A-5756-3698-13C8-C407693097F5}"/>
          </ac:spMkLst>
        </pc:spChg>
        <pc:spChg chg="add mod">
          <ac:chgData name="Shajahan, Sunoj" userId="fb36d803-b407-45c0-b249-f377daaa48e5" providerId="ADAL" clId="{58889B45-8DDE-40B8-8504-908238B54ECA}" dt="2026-09-23T11:55:00.019" v="1193" actId="164"/>
          <ac:spMkLst>
            <pc:docMk/>
            <pc:sldMk cId="304086385" sldId="258"/>
            <ac:spMk id="97" creationId="{E3A745A7-A45C-4BAF-5688-E126F8F6FCCA}"/>
          </ac:spMkLst>
        </pc:spChg>
        <pc:spChg chg="add mod">
          <ac:chgData name="Shajahan, Sunoj" userId="fb36d803-b407-45c0-b249-f377daaa48e5" providerId="ADAL" clId="{58889B45-8DDE-40B8-8504-908238B54ECA}" dt="2026-09-23T12:39:04.655" v="1745" actId="1035"/>
          <ac:spMkLst>
            <pc:docMk/>
            <pc:sldMk cId="304086385" sldId="258"/>
            <ac:spMk id="101" creationId="{7FDBAD7C-22CB-2591-470C-A5E4A66CC415}"/>
          </ac:spMkLst>
        </pc:spChg>
        <pc:spChg chg="add mod topLvl">
          <ac:chgData name="Shajahan, Sunoj" userId="fb36d803-b407-45c0-b249-f377daaa48e5" providerId="ADAL" clId="{58889B45-8DDE-40B8-8504-908238B54ECA}" dt="2026-09-23T12:59:16.932" v="2309" actId="1036"/>
          <ac:spMkLst>
            <pc:docMk/>
            <pc:sldMk cId="304086385" sldId="258"/>
            <ac:spMk id="106" creationId="{7BAD0E6A-720A-5FE5-B125-E36930184268}"/>
          </ac:spMkLst>
        </pc:spChg>
        <pc:spChg chg="add del mod">
          <ac:chgData name="Shajahan, Sunoj" userId="fb36d803-b407-45c0-b249-f377daaa48e5" providerId="ADAL" clId="{58889B45-8DDE-40B8-8504-908238B54ECA}" dt="2026-09-23T12:42:30.065" v="1776" actId="478"/>
          <ac:spMkLst>
            <pc:docMk/>
            <pc:sldMk cId="304086385" sldId="258"/>
            <ac:spMk id="109" creationId="{EB4BB502-3B3B-60C3-232A-C5CB9EE36536}"/>
          </ac:spMkLst>
        </pc:spChg>
        <pc:spChg chg="add mod">
          <ac:chgData name="Shajahan, Sunoj" userId="fb36d803-b407-45c0-b249-f377daaa48e5" providerId="ADAL" clId="{58889B45-8DDE-40B8-8504-908238B54ECA}" dt="2026-09-23T12:58:47.847" v="2289" actId="553"/>
          <ac:spMkLst>
            <pc:docMk/>
            <pc:sldMk cId="304086385" sldId="258"/>
            <ac:spMk id="110" creationId="{FFF826C0-3E9A-85FB-D411-E8FE81E78430}"/>
          </ac:spMkLst>
        </pc:spChg>
        <pc:spChg chg="add">
          <ac:chgData name="Shajahan, Sunoj" userId="fb36d803-b407-45c0-b249-f377daaa48e5" providerId="ADAL" clId="{58889B45-8DDE-40B8-8504-908238B54ECA}" dt="2026-09-23T12:55:45.759" v="2257"/>
          <ac:spMkLst>
            <pc:docMk/>
            <pc:sldMk cId="304086385" sldId="258"/>
            <ac:spMk id="111" creationId="{C43D4B95-E532-F6E9-2EDA-CDA2D8F48388}"/>
          </ac:spMkLst>
        </pc:spChg>
        <pc:grpChg chg="mod topLvl">
          <ac:chgData name="Shajahan, Sunoj" userId="fb36d803-b407-45c0-b249-f377daaa48e5" providerId="ADAL" clId="{58889B45-8DDE-40B8-8504-908238B54ECA}" dt="2026-09-23T10:56:56.677" v="61" actId="165"/>
          <ac:grpSpMkLst>
            <pc:docMk/>
            <pc:sldMk cId="304086385" sldId="258"/>
            <ac:grpSpMk id="2" creationId="{E34B5EEE-E556-047D-6CAC-D66761EB96AE}"/>
          </ac:grpSpMkLst>
        </pc:grpChg>
        <pc:grpChg chg="add del mod topLvl">
          <ac:chgData name="Shajahan, Sunoj" userId="fb36d803-b407-45c0-b249-f377daaa48e5" providerId="ADAL" clId="{58889B45-8DDE-40B8-8504-908238B54ECA}" dt="2026-09-23T10:56:56.677" v="61" actId="165"/>
          <ac:grpSpMkLst>
            <pc:docMk/>
            <pc:sldMk cId="304086385" sldId="258"/>
            <ac:grpSpMk id="9" creationId="{1F27D640-78F6-9356-AD9B-5835D3DB9AE7}"/>
          </ac:grpSpMkLst>
        </pc:grpChg>
        <pc:grpChg chg="del mod">
          <ac:chgData name="Shajahan, Sunoj" userId="fb36d803-b407-45c0-b249-f377daaa48e5" providerId="ADAL" clId="{58889B45-8DDE-40B8-8504-908238B54ECA}" dt="2026-09-23T10:56:51.011" v="58" actId="165"/>
          <ac:grpSpMkLst>
            <pc:docMk/>
            <pc:sldMk cId="304086385" sldId="258"/>
            <ac:grpSpMk id="13" creationId="{10D8B21D-D1DA-4A23-6A5F-53E94B7D59F0}"/>
          </ac:grpSpMkLst>
        </pc:grpChg>
        <pc:grpChg chg="del mod">
          <ac:chgData name="Shajahan, Sunoj" userId="fb36d803-b407-45c0-b249-f377daaa48e5" providerId="ADAL" clId="{58889B45-8DDE-40B8-8504-908238B54ECA}" dt="2026-09-23T12:56:45.807" v="2266" actId="165"/>
          <ac:grpSpMkLst>
            <pc:docMk/>
            <pc:sldMk cId="304086385" sldId="258"/>
            <ac:grpSpMk id="63" creationId="{A1734056-20CE-C74F-E64C-B7E4CEDE67D5}"/>
          </ac:grpSpMkLst>
        </pc:grpChg>
        <pc:grpChg chg="add mod">
          <ac:chgData name="Shajahan, Sunoj" userId="fb36d803-b407-45c0-b249-f377daaa48e5" providerId="ADAL" clId="{58889B45-8DDE-40B8-8504-908238B54ECA}" dt="2026-09-23T11:08:59.374" v="180" actId="1038"/>
          <ac:grpSpMkLst>
            <pc:docMk/>
            <pc:sldMk cId="304086385" sldId="258"/>
            <ac:grpSpMk id="66" creationId="{548F087B-DD07-5310-C4A1-B1FBCD5BED97}"/>
          </ac:grpSpMkLst>
        </pc:grpChg>
        <pc:grpChg chg="add mod">
          <ac:chgData name="Shajahan, Sunoj" userId="fb36d803-b407-45c0-b249-f377daaa48e5" providerId="ADAL" clId="{58889B45-8DDE-40B8-8504-908238B54ECA}" dt="2026-09-23T11:11:48.039" v="389" actId="555"/>
          <ac:grpSpMkLst>
            <pc:docMk/>
            <pc:sldMk cId="304086385" sldId="258"/>
            <ac:grpSpMk id="69" creationId="{BF5219CE-1553-6F94-DA80-C69B23841B50}"/>
          </ac:grpSpMkLst>
        </pc:grpChg>
        <pc:grpChg chg="add mod">
          <ac:chgData name="Shajahan, Sunoj" userId="fb36d803-b407-45c0-b249-f377daaa48e5" providerId="ADAL" clId="{58889B45-8DDE-40B8-8504-908238B54ECA}" dt="2026-09-23T11:11:51.636" v="390" actId="164"/>
          <ac:grpSpMkLst>
            <pc:docMk/>
            <pc:sldMk cId="304086385" sldId="258"/>
            <ac:grpSpMk id="71" creationId="{032DDAF8-374D-77AF-CFED-33E17AA856F3}"/>
          </ac:grpSpMkLst>
        </pc:grpChg>
        <pc:grpChg chg="add mod">
          <ac:chgData name="Shajahan, Sunoj" userId="fb36d803-b407-45c0-b249-f377daaa48e5" providerId="ADAL" clId="{58889B45-8DDE-40B8-8504-908238B54ECA}" dt="2026-09-23T11:27:36.376" v="504" actId="1076"/>
          <ac:grpSpMkLst>
            <pc:docMk/>
            <pc:sldMk cId="304086385" sldId="258"/>
            <ac:grpSpMk id="72" creationId="{C792C456-7856-5808-8DA0-B9CF30521F72}"/>
          </ac:grpSpMkLst>
        </pc:grpChg>
        <pc:grpChg chg="add mod">
          <ac:chgData name="Shajahan, Sunoj" userId="fb36d803-b407-45c0-b249-f377daaa48e5" providerId="ADAL" clId="{58889B45-8DDE-40B8-8504-908238B54ECA}" dt="2026-09-23T11:55:00.019" v="1193" actId="164"/>
          <ac:grpSpMkLst>
            <pc:docMk/>
            <pc:sldMk cId="304086385" sldId="258"/>
            <ac:grpSpMk id="88" creationId="{6BC28183-A28F-5C5C-60F4-66991CAB88AE}"/>
          </ac:grpSpMkLst>
        </pc:grpChg>
        <pc:grpChg chg="add mod">
          <ac:chgData name="Shajahan, Sunoj" userId="fb36d803-b407-45c0-b249-f377daaa48e5" providerId="ADAL" clId="{58889B45-8DDE-40B8-8504-908238B54ECA}" dt="2026-09-23T11:55:12.866" v="1198" actId="1076"/>
          <ac:grpSpMkLst>
            <pc:docMk/>
            <pc:sldMk cId="304086385" sldId="258"/>
            <ac:grpSpMk id="94" creationId="{5397FA89-BF1C-A867-18FD-34A32A8816E5}"/>
          </ac:grpSpMkLst>
        </pc:grpChg>
        <pc:grpChg chg="add mod">
          <ac:chgData name="Shajahan, Sunoj" userId="fb36d803-b407-45c0-b249-f377daaa48e5" providerId="ADAL" clId="{58889B45-8DDE-40B8-8504-908238B54ECA}" dt="2026-09-23T11:55:18.170" v="1199" actId="14100"/>
          <ac:grpSpMkLst>
            <pc:docMk/>
            <pc:sldMk cId="304086385" sldId="258"/>
            <ac:grpSpMk id="98" creationId="{34166D45-6D84-D7FE-C394-83ECBA987A1E}"/>
          </ac:grpSpMkLst>
        </pc:grpChg>
        <pc:grpChg chg="add mod">
          <ac:chgData name="Shajahan, Sunoj" userId="fb36d803-b407-45c0-b249-f377daaa48e5" providerId="ADAL" clId="{58889B45-8DDE-40B8-8504-908238B54ECA}" dt="2026-09-23T11:56:47.520" v="1296" actId="164"/>
          <ac:grpSpMkLst>
            <pc:docMk/>
            <pc:sldMk cId="304086385" sldId="258"/>
            <ac:grpSpMk id="102" creationId="{BDBC251A-1D4C-E058-99C2-96D93CE55038}"/>
          </ac:grpSpMkLst>
        </pc:grpChg>
        <pc:grpChg chg="add mod">
          <ac:chgData name="Shajahan, Sunoj" userId="fb36d803-b407-45c0-b249-f377daaa48e5" providerId="ADAL" clId="{58889B45-8DDE-40B8-8504-908238B54ECA}" dt="2026-09-23T11:59:14.388" v="1340" actId="1076"/>
          <ac:grpSpMkLst>
            <pc:docMk/>
            <pc:sldMk cId="304086385" sldId="258"/>
            <ac:grpSpMk id="103" creationId="{8F9B1A90-74E3-678A-F4AF-BC02149D8E10}"/>
          </ac:grpSpMkLst>
        </pc:grpChg>
        <pc:grpChg chg="add del mod">
          <ac:chgData name="Shajahan, Sunoj" userId="fb36d803-b407-45c0-b249-f377daaa48e5" providerId="ADAL" clId="{58889B45-8DDE-40B8-8504-908238B54ECA}" dt="2026-09-23T12:35:32.292" v="1473" actId="478"/>
          <ac:grpSpMkLst>
            <pc:docMk/>
            <pc:sldMk cId="304086385" sldId="258"/>
            <ac:grpSpMk id="107" creationId="{DF0F8099-4C85-AC01-0407-98EA0CA0CAC1}"/>
          </ac:grpSpMkLst>
        </pc:grpChg>
        <pc:grpChg chg="add mod">
          <ac:chgData name="Shajahan, Sunoj" userId="fb36d803-b407-45c0-b249-f377daaa48e5" providerId="ADAL" clId="{58889B45-8DDE-40B8-8504-908238B54ECA}" dt="2026-09-23T12:58:33.933" v="2287" actId="1035"/>
          <ac:grpSpMkLst>
            <pc:docMk/>
            <pc:sldMk cId="304086385" sldId="258"/>
            <ac:grpSpMk id="113" creationId="{D122BA18-B08C-4EAD-B233-67CDC19C02AC}"/>
          </ac:grpSpMkLst>
        </pc:grpChg>
        <pc:picChg chg="mod topLvl">
          <ac:chgData name="Shajahan, Sunoj" userId="fb36d803-b407-45c0-b249-f377daaa48e5" providerId="ADAL" clId="{58889B45-8DDE-40B8-8504-908238B54ECA}" dt="2026-09-23T12:56:32.981" v="2265" actId="12789"/>
          <ac:picMkLst>
            <pc:docMk/>
            <pc:sldMk cId="304086385" sldId="258"/>
            <ac:picMk id="11" creationId="{87BCF13C-AEAA-A78C-1F2C-957842199E22}"/>
          </ac:picMkLst>
        </pc:picChg>
        <pc:picChg chg="mod">
          <ac:chgData name="Shajahan, Sunoj" userId="fb36d803-b407-45c0-b249-f377daaa48e5" providerId="ADAL" clId="{58889B45-8DDE-40B8-8504-908238B54ECA}" dt="2026-09-23T11:13:01.186" v="404" actId="164"/>
          <ac:picMkLst>
            <pc:docMk/>
            <pc:sldMk cId="304086385" sldId="258"/>
            <ac:picMk id="12" creationId="{E96379D1-2800-5CAD-5696-71CD4F2A1CBB}"/>
          </ac:picMkLst>
        </pc:picChg>
        <pc:picChg chg="del mod topLvl">
          <ac:chgData name="Shajahan, Sunoj" userId="fb36d803-b407-45c0-b249-f377daaa48e5" providerId="ADAL" clId="{58889B45-8DDE-40B8-8504-908238B54ECA}" dt="2026-09-23T12:57:08.876" v="2267" actId="478"/>
          <ac:picMkLst>
            <pc:docMk/>
            <pc:sldMk cId="304086385" sldId="258"/>
            <ac:picMk id="14" creationId="{6EE80DA5-57EE-5AF0-CC5C-B706DB2B212C}"/>
          </ac:picMkLst>
        </pc:picChg>
        <pc:picChg chg="mod topLvl">
          <ac:chgData name="Shajahan, Sunoj" userId="fb36d803-b407-45c0-b249-f377daaa48e5" providerId="ADAL" clId="{58889B45-8DDE-40B8-8504-908238B54ECA}" dt="2026-09-23T12:58:33.933" v="2287" actId="1035"/>
          <ac:picMkLst>
            <pc:docMk/>
            <pc:sldMk cId="304086385" sldId="258"/>
            <ac:picMk id="28" creationId="{4D16D93E-44B3-2CC9-4E78-EDEBF7E16860}"/>
          </ac:picMkLst>
        </pc:picChg>
        <pc:picChg chg="del mod">
          <ac:chgData name="Shajahan, Sunoj" userId="fb36d803-b407-45c0-b249-f377daaa48e5" providerId="ADAL" clId="{58889B45-8DDE-40B8-8504-908238B54ECA}" dt="2026-09-23T12:23:23.342" v="1393" actId="478"/>
          <ac:picMkLst>
            <pc:docMk/>
            <pc:sldMk cId="304086385" sldId="258"/>
            <ac:picMk id="34" creationId="{B211362A-2B32-7DEF-7718-22C3229C2E3D}"/>
          </ac:picMkLst>
        </pc:picChg>
        <pc:picChg chg="del">
          <ac:chgData name="Shajahan, Sunoj" userId="fb36d803-b407-45c0-b249-f377daaa48e5" providerId="ADAL" clId="{58889B45-8DDE-40B8-8504-908238B54ECA}" dt="2026-09-23T11:07:14.032" v="142" actId="478"/>
          <ac:picMkLst>
            <pc:docMk/>
            <pc:sldMk cId="304086385" sldId="258"/>
            <ac:picMk id="39" creationId="{D2DD0A8D-EC69-0A4E-EFA9-5144E889F784}"/>
          </ac:picMkLst>
        </pc:picChg>
        <pc:picChg chg="del">
          <ac:chgData name="Shajahan, Sunoj" userId="fb36d803-b407-45c0-b249-f377daaa48e5" providerId="ADAL" clId="{58889B45-8DDE-40B8-8504-908238B54ECA}" dt="2026-09-23T11:03:10.989" v="123" actId="478"/>
          <ac:picMkLst>
            <pc:docMk/>
            <pc:sldMk cId="304086385" sldId="258"/>
            <ac:picMk id="40" creationId="{0C1E4D72-744B-EA96-2747-40D34689BA54}"/>
          </ac:picMkLst>
        </pc:picChg>
        <pc:picChg chg="del mod">
          <ac:chgData name="Shajahan, Sunoj" userId="fb36d803-b407-45c0-b249-f377daaa48e5" providerId="ADAL" clId="{58889B45-8DDE-40B8-8504-908238B54ECA}" dt="2026-09-23T11:07:05.201" v="140" actId="478"/>
          <ac:picMkLst>
            <pc:docMk/>
            <pc:sldMk cId="304086385" sldId="258"/>
            <ac:picMk id="41" creationId="{51A8250B-F4DC-33AB-C7BC-20EBE0D62E5C}"/>
          </ac:picMkLst>
        </pc:picChg>
        <pc:picChg chg="mod">
          <ac:chgData name="Shajahan, Sunoj" userId="fb36d803-b407-45c0-b249-f377daaa48e5" providerId="ADAL" clId="{58889B45-8DDE-40B8-8504-908238B54ECA}" dt="2026-09-23T12:24:15.984" v="1400" actId="12788"/>
          <ac:picMkLst>
            <pc:docMk/>
            <pc:sldMk cId="304086385" sldId="258"/>
            <ac:picMk id="45" creationId="{D7E477E7-6554-75D0-71DE-CBAF3102FD49}"/>
          </ac:picMkLst>
        </pc:picChg>
        <pc:picChg chg="mod">
          <ac:chgData name="Shajahan, Sunoj" userId="fb36d803-b407-45c0-b249-f377daaa48e5" providerId="ADAL" clId="{58889B45-8DDE-40B8-8504-908238B54ECA}" dt="2026-09-23T11:59:59.305" v="1392" actId="12788"/>
          <ac:picMkLst>
            <pc:docMk/>
            <pc:sldMk cId="304086385" sldId="258"/>
            <ac:picMk id="51" creationId="{38AFA43D-DBD8-EC12-B582-F32BD0873551}"/>
          </ac:picMkLst>
        </pc:picChg>
        <pc:picChg chg="mod">
          <ac:chgData name="Shajahan, Sunoj" userId="fb36d803-b407-45c0-b249-f377daaa48e5" providerId="ADAL" clId="{58889B45-8DDE-40B8-8504-908238B54ECA}" dt="2026-09-23T12:42:14.242" v="1772" actId="1076"/>
          <ac:picMkLst>
            <pc:docMk/>
            <pc:sldMk cId="304086385" sldId="258"/>
            <ac:picMk id="58" creationId="{5F4D5300-4375-7594-FF72-1F033C093518}"/>
          </ac:picMkLst>
        </pc:picChg>
        <pc:picChg chg="mod">
          <ac:chgData name="Shajahan, Sunoj" userId="fb36d803-b407-45c0-b249-f377daaa48e5" providerId="ADAL" clId="{58889B45-8DDE-40B8-8504-908238B54ECA}" dt="2026-09-23T12:42:14.242" v="1772" actId="1076"/>
          <ac:picMkLst>
            <pc:docMk/>
            <pc:sldMk cId="304086385" sldId="258"/>
            <ac:picMk id="61" creationId="{59ACD6F1-CA6B-6E29-58A0-4CD951AA7EC2}"/>
          </ac:picMkLst>
        </pc:picChg>
        <pc:picChg chg="mod">
          <ac:chgData name="Shajahan, Sunoj" userId="fb36d803-b407-45c0-b249-f377daaa48e5" providerId="ADAL" clId="{58889B45-8DDE-40B8-8504-908238B54ECA}" dt="2026-09-23T12:42:14.242" v="1772" actId="1076"/>
          <ac:picMkLst>
            <pc:docMk/>
            <pc:sldMk cId="304086385" sldId="258"/>
            <ac:picMk id="62" creationId="{D129914A-8CF9-C7DF-29CA-003DCABF0D01}"/>
          </ac:picMkLst>
        </pc:picChg>
        <pc:picChg chg="add mod modCrop">
          <ac:chgData name="Shajahan, Sunoj" userId="fb36d803-b407-45c0-b249-f377daaa48e5" providerId="ADAL" clId="{58889B45-8DDE-40B8-8504-908238B54ECA}" dt="2026-09-23T11:03:13.760" v="124" actId="164"/>
          <ac:picMkLst>
            <pc:docMk/>
            <pc:sldMk cId="304086385" sldId="258"/>
            <ac:picMk id="65" creationId="{D3B7BA6C-8403-D025-AD22-037590B6925D}"/>
          </ac:picMkLst>
        </pc:picChg>
        <pc:picChg chg="add del mod">
          <ac:chgData name="Shajahan, Sunoj" userId="fb36d803-b407-45c0-b249-f377daaa48e5" providerId="ADAL" clId="{58889B45-8DDE-40B8-8504-908238B54ECA}" dt="2026-09-23T11:06:52.572" v="136" actId="478"/>
          <ac:picMkLst>
            <pc:docMk/>
            <pc:sldMk cId="304086385" sldId="258"/>
            <ac:picMk id="67" creationId="{3C0424FF-8951-A44F-6443-6847B9B9F819}"/>
          </ac:picMkLst>
        </pc:picChg>
        <pc:picChg chg="add mod">
          <ac:chgData name="Shajahan, Sunoj" userId="fb36d803-b407-45c0-b249-f377daaa48e5" providerId="ADAL" clId="{58889B45-8DDE-40B8-8504-908238B54ECA}" dt="2026-09-23T11:11:33.912" v="380" actId="554"/>
          <ac:picMkLst>
            <pc:docMk/>
            <pc:sldMk cId="304086385" sldId="258"/>
            <ac:picMk id="68" creationId="{306582E0-F3B4-AD90-0986-DC9AA398E74C}"/>
          </ac:picMkLst>
        </pc:picChg>
        <pc:picChg chg="add del mod">
          <ac:chgData name="Shajahan, Sunoj" userId="fb36d803-b407-45c0-b249-f377daaa48e5" providerId="ADAL" clId="{58889B45-8DDE-40B8-8504-908238B54ECA}" dt="2026-09-23T11:40:52.231" v="716"/>
          <ac:picMkLst>
            <pc:docMk/>
            <pc:sldMk cId="304086385" sldId="258"/>
            <ac:picMk id="74" creationId="{815F7825-5BEA-B0B7-C7DF-A2DAAB40D93C}"/>
          </ac:picMkLst>
        </pc:picChg>
        <pc:picChg chg="add mod modCrop">
          <ac:chgData name="Shajahan, Sunoj" userId="fb36d803-b407-45c0-b249-f377daaa48e5" providerId="ADAL" clId="{58889B45-8DDE-40B8-8504-908238B54ECA}" dt="2026-09-23T11:55:00.019" v="1193" actId="164"/>
          <ac:picMkLst>
            <pc:docMk/>
            <pc:sldMk cId="304086385" sldId="258"/>
            <ac:picMk id="76" creationId="{89F10FEA-C660-F829-F204-87A89B324F9B}"/>
          </ac:picMkLst>
        </pc:picChg>
        <pc:picChg chg="add mod modCrop">
          <ac:chgData name="Shajahan, Sunoj" userId="fb36d803-b407-45c0-b249-f377daaa48e5" providerId="ADAL" clId="{58889B45-8DDE-40B8-8504-908238B54ECA}" dt="2026-09-23T11:41:17.410" v="725" actId="164"/>
          <ac:picMkLst>
            <pc:docMk/>
            <pc:sldMk cId="304086385" sldId="258"/>
            <ac:picMk id="77" creationId="{FF5F3ACB-6518-58D1-DCBF-5C82A359A4FB}"/>
          </ac:picMkLst>
        </pc:picChg>
        <pc:picChg chg="add del mod modCrop">
          <ac:chgData name="Shajahan, Sunoj" userId="fb36d803-b407-45c0-b249-f377daaa48e5" providerId="ADAL" clId="{58889B45-8DDE-40B8-8504-908238B54ECA}" dt="2026-09-23T11:41:03.203" v="721" actId="478"/>
          <ac:picMkLst>
            <pc:docMk/>
            <pc:sldMk cId="304086385" sldId="258"/>
            <ac:picMk id="78" creationId="{6F250106-F080-8BDD-D3D4-E8366122E34A}"/>
          </ac:picMkLst>
        </pc:picChg>
        <pc:picChg chg="add del mod">
          <ac:chgData name="Shajahan, Sunoj" userId="fb36d803-b407-45c0-b249-f377daaa48e5" providerId="ADAL" clId="{58889B45-8DDE-40B8-8504-908238B54ECA}" dt="2026-09-23T11:38:54.961" v="689" actId="478"/>
          <ac:picMkLst>
            <pc:docMk/>
            <pc:sldMk cId="304086385" sldId="258"/>
            <ac:picMk id="80" creationId="{60C4DE39-28F7-46B4-F8FF-6152DAE7940E}"/>
          </ac:picMkLst>
        </pc:picChg>
        <pc:picChg chg="add mod modCrop">
          <ac:chgData name="Shajahan, Sunoj" userId="fb36d803-b407-45c0-b249-f377daaa48e5" providerId="ADAL" clId="{58889B45-8DDE-40B8-8504-908238B54ECA}" dt="2026-09-23T11:41:17.410" v="725" actId="164"/>
          <ac:picMkLst>
            <pc:docMk/>
            <pc:sldMk cId="304086385" sldId="258"/>
            <ac:picMk id="81" creationId="{332F416E-7EE2-B20A-265A-F307CA85369D}"/>
          </ac:picMkLst>
        </pc:picChg>
        <pc:picChg chg="add del">
          <ac:chgData name="Shajahan, Sunoj" userId="fb36d803-b407-45c0-b249-f377daaa48e5" providerId="ADAL" clId="{58889B45-8DDE-40B8-8504-908238B54ECA}" dt="2026-09-23T11:40:48.215" v="715"/>
          <ac:picMkLst>
            <pc:docMk/>
            <pc:sldMk cId="304086385" sldId="258"/>
            <ac:picMk id="84" creationId="{7B78B07B-5EBC-AF72-6788-3A03D0E926F1}"/>
          </ac:picMkLst>
        </pc:picChg>
        <pc:picChg chg="del mod">
          <ac:chgData name="Shajahan, Sunoj" userId="fb36d803-b407-45c0-b249-f377daaa48e5" providerId="ADAL" clId="{58889B45-8DDE-40B8-8504-908238B54ECA}" dt="2026-09-23T11:40:57.599" v="720" actId="478"/>
          <ac:picMkLst>
            <pc:docMk/>
            <pc:sldMk cId="304086385" sldId="258"/>
            <ac:picMk id="85" creationId="{726809D3-F4A2-82F2-1742-C28D9E3DB687}"/>
          </ac:picMkLst>
        </pc:picChg>
        <pc:picChg chg="mod ord">
          <ac:chgData name="Shajahan, Sunoj" userId="fb36d803-b407-45c0-b249-f377daaa48e5" providerId="ADAL" clId="{58889B45-8DDE-40B8-8504-908238B54ECA}" dt="2026-09-23T11:41:17.410" v="725" actId="164"/>
          <ac:picMkLst>
            <pc:docMk/>
            <pc:sldMk cId="304086385" sldId="258"/>
            <ac:picMk id="86" creationId="{52E0C6E9-4757-EA01-EAEC-3899F065F605}"/>
          </ac:picMkLst>
        </pc:picChg>
        <pc:picChg chg="mod ord">
          <ac:chgData name="Shajahan, Sunoj" userId="fb36d803-b407-45c0-b249-f377daaa48e5" providerId="ADAL" clId="{58889B45-8DDE-40B8-8504-908238B54ECA}" dt="2026-09-23T11:41:17.410" v="725" actId="164"/>
          <ac:picMkLst>
            <pc:docMk/>
            <pc:sldMk cId="304086385" sldId="258"/>
            <ac:picMk id="87" creationId="{2877EE96-E9E1-380A-3F49-4C0D8A4A203B}"/>
          </ac:picMkLst>
        </pc:picChg>
        <pc:picChg chg="add mod">
          <ac:chgData name="Shajahan, Sunoj" userId="fb36d803-b407-45c0-b249-f377daaa48e5" providerId="ADAL" clId="{58889B45-8DDE-40B8-8504-908238B54ECA}" dt="2026-09-23T11:51:31.201" v="939" actId="164"/>
          <ac:picMkLst>
            <pc:docMk/>
            <pc:sldMk cId="304086385" sldId="258"/>
            <ac:picMk id="89" creationId="{3D2F6FF9-A354-CA0F-3BEE-612D2A13F5C7}"/>
          </ac:picMkLst>
        </pc:picChg>
        <pc:picChg chg="add del mod">
          <ac:chgData name="Shajahan, Sunoj" userId="fb36d803-b407-45c0-b249-f377daaa48e5" providerId="ADAL" clId="{58889B45-8DDE-40B8-8504-908238B54ECA}" dt="2026-09-23T11:43:47.193" v="810" actId="478"/>
          <ac:picMkLst>
            <pc:docMk/>
            <pc:sldMk cId="304086385" sldId="258"/>
            <ac:picMk id="90" creationId="{4784A4BA-495E-AF0D-3048-A05041A74448}"/>
          </ac:picMkLst>
        </pc:picChg>
        <pc:picChg chg="add mod">
          <ac:chgData name="Shajahan, Sunoj" userId="fb36d803-b407-45c0-b249-f377daaa48e5" providerId="ADAL" clId="{58889B45-8DDE-40B8-8504-908238B54ECA}" dt="2026-09-23T11:55:00.019" v="1193" actId="164"/>
          <ac:picMkLst>
            <pc:docMk/>
            <pc:sldMk cId="304086385" sldId="258"/>
            <ac:picMk id="92" creationId="{AA3F6671-C62E-40CC-D9D8-153BAE49A805}"/>
          </ac:picMkLst>
        </pc:picChg>
        <pc:picChg chg="add mod">
          <ac:chgData name="Shajahan, Sunoj" userId="fb36d803-b407-45c0-b249-f377daaa48e5" providerId="ADAL" clId="{58889B45-8DDE-40B8-8504-908238B54ECA}" dt="2026-09-23T11:56:47.520" v="1296" actId="164"/>
          <ac:picMkLst>
            <pc:docMk/>
            <pc:sldMk cId="304086385" sldId="258"/>
            <ac:picMk id="99" creationId="{6F2C8FDE-34D1-7470-CA51-95EAE3F675BD}"/>
          </ac:picMkLst>
        </pc:picChg>
        <pc:picChg chg="add mod">
          <ac:chgData name="Shajahan, Sunoj" userId="fb36d803-b407-45c0-b249-f377daaa48e5" providerId="ADAL" clId="{58889B45-8DDE-40B8-8504-908238B54ECA}" dt="2026-09-23T11:56:47.520" v="1296" actId="164"/>
          <ac:picMkLst>
            <pc:docMk/>
            <pc:sldMk cId="304086385" sldId="258"/>
            <ac:picMk id="100" creationId="{6FE6A3B2-9FBB-BBC0-7EFA-5793B5D85CDE}"/>
          </ac:picMkLst>
        </pc:picChg>
        <pc:picChg chg="add del mod">
          <ac:chgData name="Shajahan, Sunoj" userId="fb36d803-b407-45c0-b249-f377daaa48e5" providerId="ADAL" clId="{58889B45-8DDE-40B8-8504-908238B54ECA}" dt="2026-09-23T12:30:21.239" v="1404" actId="478"/>
          <ac:picMkLst>
            <pc:docMk/>
            <pc:sldMk cId="304086385" sldId="258"/>
            <ac:picMk id="104" creationId="{94E3605D-F2BC-E47E-91B0-C50A016B05E2}"/>
          </ac:picMkLst>
        </pc:picChg>
        <pc:picChg chg="add del mod topLvl">
          <ac:chgData name="Shajahan, Sunoj" userId="fb36d803-b407-45c0-b249-f377daaa48e5" providerId="ADAL" clId="{58889B45-8DDE-40B8-8504-908238B54ECA}" dt="2026-09-23T12:35:32.292" v="1473" actId="478"/>
          <ac:picMkLst>
            <pc:docMk/>
            <pc:sldMk cId="304086385" sldId="258"/>
            <ac:picMk id="105" creationId="{EF753CDB-E7B1-859B-26C0-BB0129450B92}"/>
          </ac:picMkLst>
        </pc:picChg>
        <pc:picChg chg="add mod">
          <ac:chgData name="Shajahan, Sunoj" userId="fb36d803-b407-45c0-b249-f377daaa48e5" providerId="ADAL" clId="{58889B45-8DDE-40B8-8504-908238B54ECA}" dt="2026-09-23T12:59:16.932" v="2309" actId="1036"/>
          <ac:picMkLst>
            <pc:docMk/>
            <pc:sldMk cId="304086385" sldId="258"/>
            <ac:picMk id="108" creationId="{EF03DD51-6EB6-C52C-E4A9-BE145DF87487}"/>
          </ac:picMkLst>
        </pc:picChg>
        <pc:picChg chg="add mod">
          <ac:chgData name="Shajahan, Sunoj" userId="fb36d803-b407-45c0-b249-f377daaa48e5" providerId="ADAL" clId="{58889B45-8DDE-40B8-8504-908238B54ECA}" dt="2026-09-23T12:58:33.933" v="2287" actId="1035"/>
          <ac:picMkLst>
            <pc:docMk/>
            <pc:sldMk cId="304086385" sldId="258"/>
            <ac:picMk id="112" creationId="{A1798EED-22D3-2F05-1597-60FFC1CE94C9}"/>
          </ac:picMkLst>
        </pc:picChg>
        <pc:picChg chg="add mod">
          <ac:chgData name="Shajahan, Sunoj" userId="fb36d803-b407-45c0-b249-f377daaa48e5" providerId="ADAL" clId="{58889B45-8DDE-40B8-8504-908238B54ECA}" dt="2026-09-23T11:11:51.636" v="390" actId="164"/>
          <ac:picMkLst>
            <pc:docMk/>
            <pc:sldMk cId="304086385" sldId="258"/>
            <ac:picMk id="1028" creationId="{DBC6C8A6-454F-876B-0B39-E7D674708F42}"/>
          </ac:picMkLst>
        </pc:picChg>
        <pc:picChg chg="add mod">
          <ac:chgData name="Shajahan, Sunoj" userId="fb36d803-b407-45c0-b249-f377daaa48e5" providerId="ADAL" clId="{58889B45-8DDE-40B8-8504-908238B54ECA}" dt="2026-09-23T12:58:33.933" v="2287" actId="1035"/>
          <ac:picMkLst>
            <pc:docMk/>
            <pc:sldMk cId="304086385" sldId="258"/>
            <ac:picMk id="1034" creationId="{0CEBBB26-5426-FDF6-EBB9-069B90469F7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jpe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jpe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jpe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jpe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7C77A-F477-A430-B3B4-61C806B1C1E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34B5EEE-E556-047D-6CAC-D66761EB96AE}"/>
              </a:ext>
            </a:extLst>
          </p:cNvPr>
          <p:cNvGrpSpPr/>
          <p:nvPr/>
        </p:nvGrpSpPr>
        <p:grpSpPr>
          <a:xfrm>
            <a:off x="740901" y="678903"/>
            <a:ext cx="21592335" cy="1399740"/>
            <a:chOff x="0" y="0"/>
            <a:chExt cx="1881685" cy="121982"/>
          </a:xfrm>
        </p:grpSpPr>
        <p:sp>
          <p:nvSpPr>
            <p:cNvPr id="3" name="Freeform 3">
              <a:extLst>
                <a:ext uri="{FF2B5EF4-FFF2-40B4-BE49-F238E27FC236}">
                  <a16:creationId xmlns:a16="http://schemas.microsoft.com/office/drawing/2014/main" id="{92603C14-6F29-9787-6CDE-9908DDD3CC43}"/>
                </a:ext>
              </a:extLst>
            </p:cNvPr>
            <p:cNvSpPr/>
            <p:nvPr/>
          </p:nvSpPr>
          <p:spPr>
            <a:xfrm>
              <a:off x="0" y="0"/>
              <a:ext cx="1881685" cy="121982"/>
            </a:xfrm>
            <a:custGeom>
              <a:avLst/>
              <a:gdLst/>
              <a:ahLst/>
              <a:cxnLst/>
              <a:rect l="l" t="t" r="r" b="b"/>
              <a:pathLst>
                <a:path w="1881685" h="121982">
                  <a:moveTo>
                    <a:pt x="0" y="0"/>
                  </a:moveTo>
                  <a:lnTo>
                    <a:pt x="1881685" y="0"/>
                  </a:lnTo>
                  <a:lnTo>
                    <a:pt x="1881685" y="121982"/>
                  </a:lnTo>
                  <a:lnTo>
                    <a:pt x="0" y="121982"/>
                  </a:lnTo>
                  <a:close/>
                </a:path>
              </a:pathLst>
            </a:custGeom>
            <a:solidFill>
              <a:srgbClr val="313131"/>
            </a:solidFill>
          </p:spPr>
          <p:txBody>
            <a:bodyPr/>
            <a:lstStyle/>
            <a:p>
              <a:endParaRPr lang="en-US"/>
            </a:p>
          </p:txBody>
        </p:sp>
        <p:sp>
          <p:nvSpPr>
            <p:cNvPr id="4" name="TextBox 4">
              <a:extLst>
                <a:ext uri="{FF2B5EF4-FFF2-40B4-BE49-F238E27FC236}">
                  <a16:creationId xmlns:a16="http://schemas.microsoft.com/office/drawing/2014/main" id="{B50FC8EC-9F91-8340-AE56-6258B8FCFA27}"/>
                </a:ext>
              </a:extLst>
            </p:cNvPr>
            <p:cNvSpPr txBox="1"/>
            <p:nvPr/>
          </p:nvSpPr>
          <p:spPr>
            <a:xfrm>
              <a:off x="0" y="-104775"/>
              <a:ext cx="1881685" cy="226757"/>
            </a:xfrm>
            <a:prstGeom prst="rect">
              <a:avLst/>
            </a:prstGeom>
          </p:spPr>
          <p:txBody>
            <a:bodyPr lIns="50800" tIns="50800" rIns="50800" bIns="50800" rtlCol="0" anchor="ctr"/>
            <a:lstStyle/>
            <a:p>
              <a:pPr algn="ctr">
                <a:lnSpc>
                  <a:spcPts val="8260"/>
                </a:lnSpc>
                <a:spcBef>
                  <a:spcPct val="0"/>
                </a:spcBef>
              </a:pPr>
              <a:endParaRPr/>
            </a:p>
          </p:txBody>
        </p:sp>
      </p:grpSp>
      <p:sp>
        <p:nvSpPr>
          <p:cNvPr id="5" name="AutoShape 5">
            <a:extLst>
              <a:ext uri="{FF2B5EF4-FFF2-40B4-BE49-F238E27FC236}">
                <a16:creationId xmlns:a16="http://schemas.microsoft.com/office/drawing/2014/main" id="{9A4C2B96-75C8-BEFC-E5A3-1CA48D80F411}"/>
              </a:ext>
            </a:extLst>
          </p:cNvPr>
          <p:cNvSpPr/>
          <p:nvPr/>
        </p:nvSpPr>
        <p:spPr>
          <a:xfrm flipH="1">
            <a:off x="23038144" y="678903"/>
            <a:ext cx="0" cy="4491025"/>
          </a:xfrm>
          <a:prstGeom prst="line">
            <a:avLst/>
          </a:prstGeom>
          <a:ln w="66675" cap="flat">
            <a:solidFill>
              <a:srgbClr val="DEC697"/>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D2F30531-AA3E-F22A-2DE9-C27ABD21A395}"/>
              </a:ext>
            </a:extLst>
          </p:cNvPr>
          <p:cNvSpPr txBox="1"/>
          <p:nvPr/>
        </p:nvSpPr>
        <p:spPr>
          <a:xfrm>
            <a:off x="216997" y="755656"/>
            <a:ext cx="22297243" cy="1217657"/>
          </a:xfrm>
          <a:prstGeom prst="rect">
            <a:avLst/>
          </a:prstGeom>
        </p:spPr>
        <p:txBody>
          <a:bodyPr lIns="0" tIns="0" rIns="0" bIns="0" rtlCol="0" anchor="t">
            <a:spAutoFit/>
          </a:bodyPr>
          <a:lstStyle/>
          <a:p>
            <a:pPr algn="ctr">
              <a:lnSpc>
                <a:spcPts val="9931"/>
              </a:lnSpc>
            </a:pPr>
            <a:r>
              <a:rPr lang="en-US" sz="7093" b="1" spc="1340">
                <a:solidFill>
                  <a:srgbClr val="DEC697"/>
                </a:solidFill>
                <a:latin typeface="United Sans Cond Heavy"/>
                <a:ea typeface="United Sans Cond Heavy"/>
                <a:cs typeface="United Sans Cond Heavy"/>
                <a:sym typeface="United Sans Cond Heavy"/>
              </a:rPr>
              <a:t>SYMPOSIUM OF DIGITAL AGRICULTURE - 2026</a:t>
            </a:r>
          </a:p>
        </p:txBody>
      </p:sp>
      <p:pic>
        <p:nvPicPr>
          <p:cNvPr id="11" name="Picture 10">
            <a:extLst>
              <a:ext uri="{FF2B5EF4-FFF2-40B4-BE49-F238E27FC236}">
                <a16:creationId xmlns:a16="http://schemas.microsoft.com/office/drawing/2014/main" id="{87BCF13C-AEAA-A78C-1F2C-957842199E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01701" y="990484"/>
            <a:ext cx="7610957" cy="3867863"/>
          </a:xfrm>
          <a:prstGeom prst="rect">
            <a:avLst/>
          </a:prstGeom>
        </p:spPr>
      </p:pic>
      <p:sp>
        <p:nvSpPr>
          <p:cNvPr id="16" name="TextBox 15">
            <a:extLst>
              <a:ext uri="{FF2B5EF4-FFF2-40B4-BE49-F238E27FC236}">
                <a16:creationId xmlns:a16="http://schemas.microsoft.com/office/drawing/2014/main" id="{746D200B-A1B0-DD5F-9F85-5F2BAB5E0B6F}"/>
              </a:ext>
            </a:extLst>
          </p:cNvPr>
          <p:cNvSpPr txBox="1"/>
          <p:nvPr/>
        </p:nvSpPr>
        <p:spPr>
          <a:xfrm>
            <a:off x="921904" y="2224226"/>
            <a:ext cx="21592335"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b="1" i="1" dirty="0">
                <a:latin typeface="Arial" panose="020B0604020202020204" pitchFamily="34" charset="0"/>
                <a:cs typeface="Arial" panose="020B0604020202020204" pitchFamily="34" charset="0"/>
              </a:rPr>
              <a:t>Development of a low-cost modular laser weed management for specialty crops</a:t>
            </a:r>
            <a:endParaRPr lang="en-US" sz="6600" b="1" i="1" dirty="0">
              <a:latin typeface="Arial" panose="020B0604020202020204" pitchFamily="34" charset="0"/>
              <a:ea typeface="+mn-lt"/>
              <a:cs typeface="Arial" panose="020B0604020202020204" pitchFamily="34" charset="0"/>
            </a:endParaRPr>
          </a:p>
        </p:txBody>
      </p:sp>
      <p:sp>
        <p:nvSpPr>
          <p:cNvPr id="46" name="Rectangle 45">
            <a:extLst>
              <a:ext uri="{FF2B5EF4-FFF2-40B4-BE49-F238E27FC236}">
                <a16:creationId xmlns:a16="http://schemas.microsoft.com/office/drawing/2014/main" id="{2AB31245-78BD-BF06-4663-34CA94C70CC0}"/>
              </a:ext>
            </a:extLst>
          </p:cNvPr>
          <p:cNvSpPr/>
          <p:nvPr/>
        </p:nvSpPr>
        <p:spPr>
          <a:xfrm>
            <a:off x="717406" y="6459334"/>
            <a:ext cx="11700076" cy="1450610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4FB416F-227A-4E9D-16FF-B0C7EB9F7400}"/>
              </a:ext>
            </a:extLst>
          </p:cNvPr>
          <p:cNvSpPr txBox="1"/>
          <p:nvPr/>
        </p:nvSpPr>
        <p:spPr>
          <a:xfrm>
            <a:off x="1188721" y="4222658"/>
            <a:ext cx="1785142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latin typeface="Arial" panose="020B0604020202020204" pitchFamily="34" charset="0"/>
                <a:cs typeface="Arial" panose="020B0604020202020204" pitchFamily="34" charset="0"/>
              </a:rPr>
              <a:t>Devansh Rungta </a:t>
            </a:r>
            <a:r>
              <a:rPr lang="en-US" sz="4000" baseline="30000" dirty="0">
                <a:latin typeface="Arial" panose="020B0604020202020204" pitchFamily="34" charset="0"/>
                <a:cs typeface="Arial" panose="020B0604020202020204" pitchFamily="34" charset="0"/>
              </a:rPr>
              <a:t>1,2</a:t>
            </a:r>
            <a:r>
              <a:rPr lang="en-US" sz="4000" dirty="0">
                <a:latin typeface="Arial" panose="020B0604020202020204" pitchFamily="34" charset="0"/>
                <a:cs typeface="Arial" panose="020B0604020202020204" pitchFamily="34" charset="0"/>
              </a:rPr>
              <a:t>, Seth Van </a:t>
            </a:r>
            <a:r>
              <a:rPr lang="en-US" sz="4000" dirty="0" err="1">
                <a:latin typeface="Arial" panose="020B0604020202020204" pitchFamily="34" charset="0"/>
                <a:cs typeface="Arial" panose="020B0604020202020204" pitchFamily="34" charset="0"/>
              </a:rPr>
              <a:t>Hoveln</a:t>
            </a:r>
            <a:r>
              <a:rPr lang="en-US" sz="4000" dirty="0">
                <a:latin typeface="Arial" panose="020B0604020202020204" pitchFamily="34" charset="0"/>
                <a:cs typeface="Arial" panose="020B0604020202020204" pitchFamily="34" charset="0"/>
              </a:rPr>
              <a:t> </a:t>
            </a:r>
            <a:r>
              <a:rPr lang="en-US" sz="4000" baseline="30000" dirty="0">
                <a:latin typeface="Arial" panose="020B0604020202020204" pitchFamily="34" charset="0"/>
                <a:cs typeface="Arial" panose="020B0604020202020204" pitchFamily="34" charset="0"/>
              </a:rPr>
              <a:t>2</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Sunoj</a:t>
            </a:r>
            <a:r>
              <a:rPr lang="en-US" sz="4000" dirty="0">
                <a:latin typeface="Arial" panose="020B0604020202020204" pitchFamily="34" charset="0"/>
                <a:cs typeface="Arial" panose="020B0604020202020204" pitchFamily="34" charset="0"/>
              </a:rPr>
              <a:t> Shajahan</a:t>
            </a:r>
            <a:r>
              <a:rPr lang="en-US" sz="4000" baseline="30000" dirty="0">
                <a:latin typeface="Arial" panose="020B0604020202020204" pitchFamily="34" charset="0"/>
                <a:cs typeface="Arial" panose="020B0604020202020204" pitchFamily="34" charset="0"/>
              </a:rPr>
              <a:t>2</a:t>
            </a:r>
            <a:endParaRPr lang="en-US" sz="4000" dirty="0">
              <a:latin typeface="Arial" panose="020B0604020202020204" pitchFamily="34" charset="0"/>
              <a:cs typeface="Arial" panose="020B0604020202020204" pitchFamily="34" charset="0"/>
            </a:endParaRPr>
          </a:p>
          <a:p>
            <a:r>
              <a:rPr lang="en-US" sz="3200" i="1" baseline="30000" dirty="0">
                <a:latin typeface="Arial" panose="020B0604020202020204" pitchFamily="34" charset="0"/>
                <a:cs typeface="Arial" panose="020B0604020202020204" pitchFamily="34" charset="0"/>
              </a:rPr>
              <a:t>1</a:t>
            </a:r>
            <a:r>
              <a:rPr lang="en-US" sz="3200" i="1" dirty="0">
                <a:latin typeface="Arial" panose="020B0604020202020204" pitchFamily="34" charset="0"/>
                <a:cs typeface="Arial" panose="020B0604020202020204" pitchFamily="34" charset="0"/>
              </a:rPr>
              <a:t> Agricultural &amp; Food Engineering Department, Indian Institute of Technology, Kharagpur, India</a:t>
            </a:r>
            <a:endParaRPr lang="en-US" sz="3200" dirty="0">
              <a:latin typeface="Arial" panose="020B0604020202020204" pitchFamily="34" charset="0"/>
              <a:cs typeface="Arial" panose="020B0604020202020204" pitchFamily="34" charset="0"/>
            </a:endParaRPr>
          </a:p>
          <a:p>
            <a:r>
              <a:rPr lang="en-US" sz="3200" i="1" baseline="30000" dirty="0">
                <a:latin typeface="Arial" panose="020B0604020202020204" pitchFamily="34" charset="0"/>
                <a:cs typeface="Arial" panose="020B0604020202020204" pitchFamily="34" charset="0"/>
              </a:rPr>
              <a:t>2</a:t>
            </a:r>
            <a:r>
              <a:rPr lang="en-US" sz="3200" i="1" dirty="0">
                <a:latin typeface="Arial" panose="020B0604020202020204" pitchFamily="34" charset="0"/>
                <a:cs typeface="Arial" panose="020B0604020202020204" pitchFamily="34" charset="0"/>
              </a:rPr>
              <a:t> Agricultural and Biological Engineering, University of Illinois Urbana-Champaign, Illinois</a:t>
            </a:r>
            <a:endParaRPr lang="en-US" sz="3200" dirty="0">
              <a:latin typeface="Arial" panose="020B0604020202020204" pitchFamily="34" charset="0"/>
              <a:cs typeface="Arial" panose="020B0604020202020204" pitchFamily="34" charset="0"/>
            </a:endParaRPr>
          </a:p>
          <a:p>
            <a:pPr algn="l"/>
            <a:endParaRPr lang="en-US" sz="4000" dirty="0">
              <a:latin typeface="Arial" panose="020B0604020202020204" pitchFamily="34" charset="0"/>
              <a:ea typeface="Calibri"/>
              <a:cs typeface="Arial" panose="020B0604020202020204" pitchFamily="34" charset="0"/>
            </a:endParaRPr>
          </a:p>
        </p:txBody>
      </p:sp>
      <p:sp>
        <p:nvSpPr>
          <p:cNvPr id="20" name="Rectangle 19">
            <a:extLst>
              <a:ext uri="{FF2B5EF4-FFF2-40B4-BE49-F238E27FC236}">
                <a16:creationId xmlns:a16="http://schemas.microsoft.com/office/drawing/2014/main" id="{77A64CD5-EFAD-D3D0-5D91-D7970C1E830B}"/>
              </a:ext>
            </a:extLst>
          </p:cNvPr>
          <p:cNvSpPr/>
          <p:nvPr/>
        </p:nvSpPr>
        <p:spPr>
          <a:xfrm>
            <a:off x="12742612" y="6444350"/>
            <a:ext cx="17576650" cy="61297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E6A4A06B-4C32-ED01-77EE-E8124EC4F7A3}"/>
              </a:ext>
            </a:extLst>
          </p:cNvPr>
          <p:cNvSpPr/>
          <p:nvPr/>
        </p:nvSpPr>
        <p:spPr>
          <a:xfrm>
            <a:off x="12750950" y="6448017"/>
            <a:ext cx="17576650" cy="1003472"/>
          </a:xfrm>
          <a:prstGeom prst="rect">
            <a:avLst/>
          </a:prstGeom>
          <a:solidFill>
            <a:srgbClr val="3131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A8B90F03-24AC-0C36-407E-E8A1C047FC78}"/>
              </a:ext>
            </a:extLst>
          </p:cNvPr>
          <p:cNvSpPr txBox="1"/>
          <p:nvPr/>
        </p:nvSpPr>
        <p:spPr>
          <a:xfrm>
            <a:off x="12759973" y="6466332"/>
            <a:ext cx="1356005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600" b="1" dirty="0">
                <a:solidFill>
                  <a:schemeClr val="bg1"/>
                </a:solidFill>
                <a:latin typeface="Arial" panose="020B0604020202020204" pitchFamily="34" charset="0"/>
                <a:cs typeface="Arial" panose="020B0604020202020204" pitchFamily="34" charset="0"/>
              </a:rPr>
              <a:t>Background &amp; Motivation</a:t>
            </a:r>
            <a:endParaRPr lang="en-US">
              <a:solidFill>
                <a:schemeClr val="bg1"/>
              </a:solidFill>
              <a:latin typeface="Arial" panose="020B0604020202020204" pitchFamily="34" charset="0"/>
              <a:ea typeface="Calibri"/>
              <a:cs typeface="Arial" panose="020B0604020202020204" pitchFamily="34" charset="0"/>
            </a:endParaRPr>
          </a:p>
        </p:txBody>
      </p:sp>
      <p:sp>
        <p:nvSpPr>
          <p:cNvPr id="25" name="Rectangle 24">
            <a:extLst>
              <a:ext uri="{FF2B5EF4-FFF2-40B4-BE49-F238E27FC236}">
                <a16:creationId xmlns:a16="http://schemas.microsoft.com/office/drawing/2014/main" id="{6042A2EA-F0F0-FE72-091E-B46FEC563EEA}"/>
              </a:ext>
            </a:extLst>
          </p:cNvPr>
          <p:cNvSpPr/>
          <p:nvPr/>
        </p:nvSpPr>
        <p:spPr>
          <a:xfrm>
            <a:off x="12774511" y="12815320"/>
            <a:ext cx="17564850" cy="246132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DCAEF1E5-418F-CD03-3F7C-567A7AAB02CD}"/>
              </a:ext>
            </a:extLst>
          </p:cNvPr>
          <p:cNvSpPr/>
          <p:nvPr/>
        </p:nvSpPr>
        <p:spPr>
          <a:xfrm>
            <a:off x="725743" y="6458487"/>
            <a:ext cx="11713437" cy="1007988"/>
          </a:xfrm>
          <a:prstGeom prst="rect">
            <a:avLst/>
          </a:prstGeom>
          <a:solidFill>
            <a:srgbClr val="31313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700" dirty="0">
              <a:latin typeface="Arial" panose="020B0604020202020204" pitchFamily="34" charset="0"/>
              <a:ea typeface="Calibri"/>
              <a:cs typeface="Arial" panose="020B0604020202020204" pitchFamily="34" charset="0"/>
            </a:endParaRPr>
          </a:p>
        </p:txBody>
      </p:sp>
      <p:sp>
        <p:nvSpPr>
          <p:cNvPr id="23" name="TextBox 22">
            <a:extLst>
              <a:ext uri="{FF2B5EF4-FFF2-40B4-BE49-F238E27FC236}">
                <a16:creationId xmlns:a16="http://schemas.microsoft.com/office/drawing/2014/main" id="{03DDC4BA-04D5-FE29-F302-E886D4D3B41B}"/>
              </a:ext>
            </a:extLst>
          </p:cNvPr>
          <p:cNvSpPr txBox="1"/>
          <p:nvPr/>
        </p:nvSpPr>
        <p:spPr>
          <a:xfrm>
            <a:off x="1044821" y="6476802"/>
            <a:ext cx="618389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600" b="1" dirty="0">
                <a:solidFill>
                  <a:schemeClr val="bg1"/>
                </a:solidFill>
                <a:latin typeface="Arial" panose="020B0604020202020204" pitchFamily="34" charset="0"/>
                <a:cs typeface="Arial" panose="020B0604020202020204" pitchFamily="34" charset="0"/>
              </a:rPr>
              <a:t>Abstract</a:t>
            </a:r>
            <a:endParaRPr lang="en-US">
              <a:solidFill>
                <a:schemeClr val="bg1"/>
              </a:solidFill>
              <a:latin typeface="Arial" panose="020B0604020202020204" pitchFamily="34" charset="0"/>
              <a:ea typeface="Calibri"/>
              <a:cs typeface="Arial" panose="020B0604020202020204" pitchFamily="34" charset="0"/>
            </a:endParaRPr>
          </a:p>
        </p:txBody>
      </p:sp>
      <p:sp>
        <p:nvSpPr>
          <p:cNvPr id="27" name="Rectangle 26">
            <a:extLst>
              <a:ext uri="{FF2B5EF4-FFF2-40B4-BE49-F238E27FC236}">
                <a16:creationId xmlns:a16="http://schemas.microsoft.com/office/drawing/2014/main" id="{15F0DCE3-814D-837F-14BD-05007F66A64C}"/>
              </a:ext>
            </a:extLst>
          </p:cNvPr>
          <p:cNvSpPr/>
          <p:nvPr/>
        </p:nvSpPr>
        <p:spPr>
          <a:xfrm>
            <a:off x="12786665" y="12815321"/>
            <a:ext cx="17576651" cy="1125392"/>
          </a:xfrm>
          <a:prstGeom prst="rect">
            <a:avLst/>
          </a:prstGeom>
          <a:solidFill>
            <a:srgbClr val="3131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0B5C02E3-CC23-6F00-87DB-10196162B23D}"/>
              </a:ext>
            </a:extLst>
          </p:cNvPr>
          <p:cNvSpPr txBox="1"/>
          <p:nvPr/>
        </p:nvSpPr>
        <p:spPr>
          <a:xfrm>
            <a:off x="12877584" y="12900964"/>
            <a:ext cx="1351900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600" b="1" dirty="0">
                <a:solidFill>
                  <a:schemeClr val="bg1"/>
                </a:solidFill>
                <a:latin typeface="Arial" panose="020B0604020202020204" pitchFamily="34" charset="0"/>
                <a:cs typeface="Arial" panose="020B0604020202020204" pitchFamily="34" charset="0"/>
              </a:rPr>
              <a:t>System Overview</a:t>
            </a:r>
            <a:endParaRPr lang="en-US" dirty="0">
              <a:solidFill>
                <a:schemeClr val="bg1"/>
              </a:solidFill>
              <a:latin typeface="Arial" panose="020B0604020202020204" pitchFamily="34" charset="0"/>
              <a:ea typeface="Calibri"/>
              <a:cs typeface="Arial" panose="020B0604020202020204" pitchFamily="34" charset="0"/>
            </a:endParaRPr>
          </a:p>
        </p:txBody>
      </p:sp>
      <p:sp>
        <p:nvSpPr>
          <p:cNvPr id="50" name="TextBox 49">
            <a:extLst>
              <a:ext uri="{FF2B5EF4-FFF2-40B4-BE49-F238E27FC236}">
                <a16:creationId xmlns:a16="http://schemas.microsoft.com/office/drawing/2014/main" id="{49BA6EFD-24F3-5182-3E31-9B11562BBB7C}"/>
              </a:ext>
            </a:extLst>
          </p:cNvPr>
          <p:cNvSpPr txBox="1"/>
          <p:nvPr/>
        </p:nvSpPr>
        <p:spPr>
          <a:xfrm>
            <a:off x="732596" y="7581910"/>
            <a:ext cx="11585518" cy="72943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52425" lvl="0" indent="-352425" eaLnBrk="0" fontAlgn="base" hangingPunct="0">
              <a:spcBef>
                <a:spcPct val="0"/>
              </a:spcBef>
              <a:spcAft>
                <a:spcPct val="0"/>
              </a:spcAft>
              <a:buFont typeface="Arial" panose="020B0604020202020204" pitchFamily="34" charset="0"/>
              <a:buChar char="•"/>
            </a:pPr>
            <a:r>
              <a:rPr lang="en-US" altLang="en-US" sz="3600" b="1" dirty="0">
                <a:highlight>
                  <a:srgbClr val="FFFFFF"/>
                </a:highlight>
                <a:latin typeface="Arial" panose="020B0604020202020204" pitchFamily="34" charset="0"/>
                <a:cs typeface="Arial" panose="020B0604020202020204" pitchFamily="34" charset="0"/>
              </a:rPr>
              <a:t>Challenge:</a:t>
            </a:r>
            <a:r>
              <a:rPr lang="en-US" altLang="en-US" sz="3600" dirty="0">
                <a:highlight>
                  <a:srgbClr val="FFFFFF"/>
                </a:highlight>
                <a:latin typeface="Arial" panose="020B0604020202020204" pitchFamily="34" charset="0"/>
                <a:cs typeface="Arial" panose="020B0604020202020204" pitchFamily="34" charset="0"/>
              </a:rPr>
              <a:t> Weed control in specialty crops (e.g., horseradish) is constrained by limited labor and crop sensitivity.</a:t>
            </a:r>
          </a:p>
          <a:p>
            <a:pPr marL="352425" lvl="0" indent="-352425" eaLnBrk="0" fontAlgn="base" hangingPunct="0">
              <a:spcBef>
                <a:spcPct val="0"/>
              </a:spcBef>
              <a:spcAft>
                <a:spcPct val="0"/>
              </a:spcAft>
              <a:buFont typeface="Arial" panose="020B0604020202020204" pitchFamily="34" charset="0"/>
              <a:buChar char="•"/>
            </a:pPr>
            <a:r>
              <a:rPr lang="en-US" altLang="en-US" sz="3600" b="1" dirty="0">
                <a:highlight>
                  <a:srgbClr val="FFFFFF"/>
                </a:highlight>
                <a:latin typeface="Arial" panose="020B0604020202020204" pitchFamily="34" charset="0"/>
                <a:cs typeface="Arial" panose="020B0604020202020204" pitchFamily="34" charset="0"/>
              </a:rPr>
              <a:t>System design:</a:t>
            </a:r>
            <a:r>
              <a:rPr lang="en-US" altLang="en-US" sz="3600" dirty="0">
                <a:highlight>
                  <a:srgbClr val="FFFFFF"/>
                </a:highlight>
                <a:latin typeface="Arial" panose="020B0604020202020204" pitchFamily="34" charset="0"/>
                <a:cs typeface="Arial" panose="020B0604020202020204" pitchFamily="34" charset="0"/>
              </a:rPr>
              <a:t> Low-cost, modular laser setup combining real-time computer vision with precision actuation.</a:t>
            </a:r>
          </a:p>
          <a:p>
            <a:pPr marL="352425" lvl="0" indent="-352425" eaLnBrk="0" fontAlgn="base" hangingPunct="0">
              <a:spcBef>
                <a:spcPct val="0"/>
              </a:spcBef>
              <a:spcAft>
                <a:spcPct val="0"/>
              </a:spcAft>
              <a:buFont typeface="Arial" panose="020B0604020202020204" pitchFamily="34" charset="0"/>
              <a:buChar char="•"/>
            </a:pPr>
            <a:r>
              <a:rPr lang="en-US" altLang="en-US" sz="3600" b="1" dirty="0">
                <a:highlight>
                  <a:srgbClr val="FFFFFF"/>
                </a:highlight>
                <a:latin typeface="Arial" panose="020B0604020202020204" pitchFamily="34" charset="0"/>
                <a:cs typeface="Arial" panose="020B0604020202020204" pitchFamily="34" charset="0"/>
              </a:rPr>
              <a:t>Hardware:</a:t>
            </a:r>
            <a:r>
              <a:rPr lang="en-US" altLang="en-US" sz="3600" dirty="0">
                <a:highlight>
                  <a:srgbClr val="FFFFFF"/>
                </a:highlight>
                <a:latin typeface="Arial" panose="020B0604020202020204" pitchFamily="34" charset="0"/>
                <a:cs typeface="Arial" panose="020B0604020202020204" pitchFamily="34" charset="0"/>
              </a:rPr>
              <a:t> Embedded computing platform driving a servo and linear actuator for targeted laser positioning.</a:t>
            </a:r>
          </a:p>
          <a:p>
            <a:pPr marL="352425" lvl="0" indent="-352425" eaLnBrk="0" fontAlgn="base" hangingPunct="0">
              <a:spcBef>
                <a:spcPct val="0"/>
              </a:spcBef>
              <a:spcAft>
                <a:spcPct val="0"/>
              </a:spcAft>
              <a:buFont typeface="Arial" panose="020B0604020202020204" pitchFamily="34" charset="0"/>
              <a:buChar char="•"/>
            </a:pPr>
            <a:r>
              <a:rPr lang="en-US" altLang="en-US" sz="3600" b="1" dirty="0">
                <a:highlight>
                  <a:srgbClr val="FFFFFF"/>
                </a:highlight>
                <a:latin typeface="Arial" panose="020B0604020202020204" pitchFamily="34" charset="0"/>
                <a:cs typeface="Arial" panose="020B0604020202020204" pitchFamily="34" charset="0"/>
              </a:rPr>
              <a:t>Testing and Integration:</a:t>
            </a:r>
            <a:r>
              <a:rPr lang="en-US" altLang="en-US" sz="3600" dirty="0">
                <a:highlight>
                  <a:srgbClr val="FFFFFF"/>
                </a:highlight>
                <a:latin typeface="Arial" panose="020B0604020202020204" pitchFamily="34" charset="0"/>
                <a:cs typeface="Arial" panose="020B0604020202020204" pitchFamily="34" charset="0"/>
              </a:rPr>
              <a:t> Validating motion control on a confined testbed prior to mounting on a Farm-ng Amiga platform.</a:t>
            </a:r>
          </a:p>
          <a:p>
            <a:pPr marL="352425" lvl="0" indent="-352425" eaLnBrk="0" fontAlgn="base" hangingPunct="0">
              <a:spcBef>
                <a:spcPct val="0"/>
              </a:spcBef>
              <a:spcAft>
                <a:spcPct val="0"/>
              </a:spcAft>
              <a:buFont typeface="Arial" panose="020B0604020202020204" pitchFamily="34" charset="0"/>
              <a:buChar char="•"/>
            </a:pPr>
            <a:r>
              <a:rPr lang="en-US" altLang="en-US" sz="3600" b="1" dirty="0">
                <a:highlight>
                  <a:srgbClr val="FFFFFF"/>
                </a:highlight>
                <a:latin typeface="Arial" panose="020B0604020202020204" pitchFamily="34" charset="0"/>
                <a:cs typeface="Arial" panose="020B0604020202020204" pitchFamily="34" charset="0"/>
              </a:rPr>
              <a:t>Key benefit:</a:t>
            </a:r>
            <a:r>
              <a:rPr lang="en-US" altLang="en-US" sz="3600" dirty="0">
                <a:highlight>
                  <a:srgbClr val="FFFFFF"/>
                </a:highlight>
                <a:latin typeface="Arial" panose="020B0604020202020204" pitchFamily="34" charset="0"/>
                <a:cs typeface="Arial" panose="020B0604020202020204" pitchFamily="34" charset="0"/>
              </a:rPr>
              <a:t> Reduces chemical use, minimizes soil disturbance, and easily adapts across different crops.</a:t>
            </a:r>
          </a:p>
        </p:txBody>
      </p:sp>
      <p:sp>
        <p:nvSpPr>
          <p:cNvPr id="32" name="Rectangle 31">
            <a:extLst>
              <a:ext uri="{FF2B5EF4-FFF2-40B4-BE49-F238E27FC236}">
                <a16:creationId xmlns:a16="http://schemas.microsoft.com/office/drawing/2014/main" id="{D6EE2701-E548-D52D-97A3-0BA0B87B6A53}"/>
              </a:ext>
            </a:extLst>
          </p:cNvPr>
          <p:cNvSpPr/>
          <p:nvPr/>
        </p:nvSpPr>
        <p:spPr>
          <a:xfrm>
            <a:off x="735844" y="21233999"/>
            <a:ext cx="11700076" cy="161945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DFBFEB3F-1B07-7ADB-AD42-0E3FC7318DB0}"/>
              </a:ext>
            </a:extLst>
          </p:cNvPr>
          <p:cNvSpPr/>
          <p:nvPr/>
        </p:nvSpPr>
        <p:spPr>
          <a:xfrm>
            <a:off x="732596" y="21234000"/>
            <a:ext cx="11713436" cy="951544"/>
          </a:xfrm>
          <a:prstGeom prst="rect">
            <a:avLst/>
          </a:prstGeom>
          <a:solidFill>
            <a:srgbClr val="3131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258B1D09-AF50-54D6-6F2E-6773910BCBAE}"/>
              </a:ext>
            </a:extLst>
          </p:cNvPr>
          <p:cNvSpPr txBox="1"/>
          <p:nvPr/>
        </p:nvSpPr>
        <p:spPr>
          <a:xfrm>
            <a:off x="1049149" y="21234000"/>
            <a:ext cx="1107346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600" b="1" dirty="0">
                <a:solidFill>
                  <a:srgbClr val="FFFFFF"/>
                </a:solidFill>
                <a:latin typeface="Arial" panose="020B0604020202020204" pitchFamily="34" charset="0"/>
                <a:ea typeface="+mn-lt"/>
                <a:cs typeface="Arial" panose="020B0604020202020204" pitchFamily="34" charset="0"/>
              </a:rPr>
              <a:t>Current Progress &amp; Next Steps</a:t>
            </a:r>
            <a:endParaRPr lang="en-US" b="1" dirty="0">
              <a:latin typeface="Arial" panose="020B060402020202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4D16D93E-44B3-2CC9-4E78-EDEBF7E16860}"/>
              </a:ext>
            </a:extLst>
          </p:cNvPr>
          <p:cNvPicPr>
            <a:picLocks noChangeAspect="1"/>
          </p:cNvPicPr>
          <p:nvPr/>
        </p:nvPicPr>
        <p:blipFill>
          <a:blip r:embed="rId3"/>
          <a:stretch>
            <a:fillRect/>
          </a:stretch>
        </p:blipFill>
        <p:spPr>
          <a:xfrm>
            <a:off x="695224" y="37848371"/>
            <a:ext cx="2565668" cy="2436848"/>
          </a:xfrm>
          <a:prstGeom prst="rect">
            <a:avLst/>
          </a:prstGeom>
        </p:spPr>
      </p:pic>
      <p:grpSp>
        <p:nvGrpSpPr>
          <p:cNvPr id="72" name="Group 71">
            <a:extLst>
              <a:ext uri="{FF2B5EF4-FFF2-40B4-BE49-F238E27FC236}">
                <a16:creationId xmlns:a16="http://schemas.microsoft.com/office/drawing/2014/main" id="{C792C456-7856-5808-8DA0-B9CF30521F72}"/>
              </a:ext>
            </a:extLst>
          </p:cNvPr>
          <p:cNvGrpSpPr/>
          <p:nvPr/>
        </p:nvGrpSpPr>
        <p:grpSpPr>
          <a:xfrm>
            <a:off x="864667" y="14900526"/>
            <a:ext cx="11453447" cy="6025828"/>
            <a:chOff x="864666" y="14389664"/>
            <a:chExt cx="11453447" cy="6025828"/>
          </a:xfrm>
        </p:grpSpPr>
        <p:pic>
          <p:nvPicPr>
            <p:cNvPr id="12" name="Picture 11">
              <a:extLst>
                <a:ext uri="{FF2B5EF4-FFF2-40B4-BE49-F238E27FC236}">
                  <a16:creationId xmlns:a16="http://schemas.microsoft.com/office/drawing/2014/main" id="{E96379D1-2800-5CAD-5696-71CD4F2A1CBB}"/>
                </a:ext>
              </a:extLst>
            </p:cNvPr>
            <p:cNvPicPr>
              <a:picLocks noChangeAspect="1"/>
            </p:cNvPicPr>
            <p:nvPr/>
          </p:nvPicPr>
          <p:blipFill>
            <a:blip r:embed="rId4"/>
            <a:stretch>
              <a:fillRect/>
            </a:stretch>
          </p:blipFill>
          <p:spPr>
            <a:xfrm>
              <a:off x="903649" y="14389664"/>
              <a:ext cx="11382745" cy="5814285"/>
            </a:xfrm>
            <a:prstGeom prst="rect">
              <a:avLst/>
            </a:prstGeom>
          </p:spPr>
        </p:pic>
        <p:sp>
          <p:nvSpPr>
            <p:cNvPr id="21" name="TextBox 20">
              <a:extLst>
                <a:ext uri="{FF2B5EF4-FFF2-40B4-BE49-F238E27FC236}">
                  <a16:creationId xmlns:a16="http://schemas.microsoft.com/office/drawing/2014/main" id="{C6D4BB55-C3F5-1D45-B169-DB1D604FF290}"/>
                </a:ext>
              </a:extLst>
            </p:cNvPr>
            <p:cNvSpPr txBox="1"/>
            <p:nvPr/>
          </p:nvSpPr>
          <p:spPr>
            <a:xfrm>
              <a:off x="864666" y="19584495"/>
              <a:ext cx="11453447" cy="83099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highlight>
                    <a:srgbClr val="FFFFFF"/>
                  </a:highlight>
                  <a:latin typeface="Arial" panose="020B0604020202020204" pitchFamily="34" charset="0"/>
                  <a:ea typeface="+mn-lt"/>
                  <a:cs typeface="Arial" panose="020B0604020202020204" pitchFamily="34" charset="0"/>
                </a:rPr>
                <a:t>Farm-ng Amiga-NG platform in a horseradish field, serving as the target mobile platform for future integration of the modular laser weed-management system.</a:t>
              </a:r>
              <a:endParaRPr lang="en-US" sz="2400" dirty="0">
                <a:latin typeface="Arial" panose="020B0604020202020204" pitchFamily="34" charset="0"/>
                <a:ea typeface="+mn-lt"/>
                <a:cs typeface="Arial" panose="020B0604020202020204" pitchFamily="34" charset="0"/>
              </a:endParaRPr>
            </a:p>
          </p:txBody>
        </p:sp>
      </p:grpSp>
      <p:sp>
        <p:nvSpPr>
          <p:cNvPr id="19" name="TextBox 18">
            <a:extLst>
              <a:ext uri="{FF2B5EF4-FFF2-40B4-BE49-F238E27FC236}">
                <a16:creationId xmlns:a16="http://schemas.microsoft.com/office/drawing/2014/main" id="{72036FC1-4D2C-C4AB-C9C9-7AE5D146084D}"/>
              </a:ext>
            </a:extLst>
          </p:cNvPr>
          <p:cNvSpPr txBox="1"/>
          <p:nvPr/>
        </p:nvSpPr>
        <p:spPr>
          <a:xfrm>
            <a:off x="12877584" y="14879485"/>
            <a:ext cx="987553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7663" indent="-347663">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Safety enclosure</a:t>
            </a:r>
            <a:r>
              <a:rPr lang="en-US" sz="3600" dirty="0">
                <a:latin typeface="Arial" panose="020B0604020202020204" pitchFamily="34" charset="0"/>
                <a:ea typeface="+mn-lt"/>
                <a:cs typeface="Arial" panose="020B0604020202020204" pitchFamily="34" charset="0"/>
              </a:rPr>
              <a:t> - 40 W laser housed in a wooden safety box for controlled experimentation.</a:t>
            </a:r>
          </a:p>
          <a:p>
            <a:pPr marL="347663" indent="-347663">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Visual monitoring</a:t>
            </a:r>
            <a:r>
              <a:rPr lang="en-US" sz="3600" dirty="0">
                <a:latin typeface="Arial" panose="020B0604020202020204" pitchFamily="34" charset="0"/>
                <a:ea typeface="+mn-lt"/>
                <a:cs typeface="Arial" panose="020B0604020202020204" pitchFamily="34" charset="0"/>
              </a:rPr>
              <a:t> - RGB and thermal cameras track the target area and thermal response in real time.</a:t>
            </a:r>
          </a:p>
          <a:p>
            <a:pPr marL="347663" indent="-347663">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Real-time positioning </a:t>
            </a:r>
            <a:r>
              <a:rPr lang="en-US" sz="3600" dirty="0">
                <a:latin typeface="Arial" panose="020B0604020202020204" pitchFamily="34" charset="0"/>
                <a:ea typeface="+mn-lt"/>
                <a:cs typeface="Arial" panose="020B0604020202020204" pitchFamily="34" charset="0"/>
              </a:rPr>
              <a:t>- Precise weed positioning for consistent laser alignment.</a:t>
            </a:r>
          </a:p>
          <a:p>
            <a:pPr marL="347663" indent="-347663">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Pre-deployment safety</a:t>
            </a:r>
            <a:r>
              <a:rPr lang="en-US" sz="3600" dirty="0">
                <a:latin typeface="Arial" panose="020B0604020202020204" pitchFamily="34" charset="0"/>
                <a:ea typeface="+mn-lt"/>
                <a:cs typeface="Arial" panose="020B0604020202020204" pitchFamily="34" charset="0"/>
              </a:rPr>
              <a:t> - Validates vision-to-actuation pipeline in lab before field tests.</a:t>
            </a:r>
          </a:p>
        </p:txBody>
      </p:sp>
      <p:sp>
        <p:nvSpPr>
          <p:cNvPr id="29" name="TextBox 28">
            <a:extLst>
              <a:ext uri="{FF2B5EF4-FFF2-40B4-BE49-F238E27FC236}">
                <a16:creationId xmlns:a16="http://schemas.microsoft.com/office/drawing/2014/main" id="{3914004A-823D-E7F0-C1B2-3997410AD547}"/>
              </a:ext>
            </a:extLst>
          </p:cNvPr>
          <p:cNvSpPr txBox="1"/>
          <p:nvPr/>
        </p:nvSpPr>
        <p:spPr>
          <a:xfrm>
            <a:off x="12877584" y="14056694"/>
            <a:ext cx="103549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highlight>
                  <a:srgbClr val="FFFFFF"/>
                </a:highlight>
                <a:latin typeface="Arial" panose="020B0604020202020204" pitchFamily="34" charset="0"/>
                <a:ea typeface="+mn-lt"/>
                <a:cs typeface="Arial" panose="020B0604020202020204" pitchFamily="34" charset="0"/>
              </a:rPr>
              <a:t>Benchtop laser testing</a:t>
            </a:r>
            <a:endParaRPr lang="en-US" sz="4000"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D28A82E7-204F-6EFD-5CE2-6AD89BE06B95}"/>
              </a:ext>
            </a:extLst>
          </p:cNvPr>
          <p:cNvSpPr txBox="1"/>
          <p:nvPr/>
        </p:nvSpPr>
        <p:spPr>
          <a:xfrm>
            <a:off x="12877584" y="26074168"/>
            <a:ext cx="103549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highlight>
                  <a:srgbClr val="FFFFFF"/>
                </a:highlight>
                <a:latin typeface="Arial" panose="020B0604020202020204" pitchFamily="34" charset="0"/>
                <a:ea typeface="+mn-lt"/>
                <a:cs typeface="Arial" panose="020B0604020202020204" pitchFamily="34" charset="0"/>
              </a:rPr>
              <a:t>Precision actuation system</a:t>
            </a:r>
            <a:endParaRPr lang="en-US" sz="4000" b="1"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B972F772-BC45-0ADA-85FC-71677856B48F}"/>
              </a:ext>
            </a:extLst>
          </p:cNvPr>
          <p:cNvSpPr txBox="1"/>
          <p:nvPr/>
        </p:nvSpPr>
        <p:spPr>
          <a:xfrm>
            <a:off x="12877584" y="26779134"/>
            <a:ext cx="9062579"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74638" indent="-274638">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Dual-motion actuation </a:t>
            </a:r>
            <a:r>
              <a:rPr lang="en-US" sz="3600" dirty="0">
                <a:latin typeface="Arial" panose="020B0604020202020204" pitchFamily="34" charset="0"/>
                <a:ea typeface="+mn-lt"/>
                <a:cs typeface="Arial" panose="020B0604020202020204" pitchFamily="34" charset="0"/>
              </a:rPr>
              <a:t>- Combines a servo (angular) and linear actuator (translational) for precise laser positioning.</a:t>
            </a:r>
          </a:p>
          <a:p>
            <a:pPr marL="274638" indent="-274638">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Test frame </a:t>
            </a:r>
            <a:r>
              <a:rPr lang="en-US" sz="3600" dirty="0">
                <a:latin typeface="Arial" panose="020B0604020202020204" pitchFamily="34" charset="0"/>
                <a:ea typeface="+mn-lt"/>
                <a:cs typeface="Arial" panose="020B0604020202020204" pitchFamily="34" charset="0"/>
              </a:rPr>
              <a:t>- Rigid steel frame with custom 3D-printed mounts for structural stability.</a:t>
            </a:r>
          </a:p>
          <a:p>
            <a:pPr marL="274638" indent="-274638">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Safety testing </a:t>
            </a:r>
            <a:r>
              <a:rPr lang="en-US" sz="3600" dirty="0">
                <a:latin typeface="Arial" panose="020B0604020202020204" pitchFamily="34" charset="0"/>
                <a:ea typeface="+mn-lt"/>
                <a:cs typeface="Arial" panose="020B0604020202020204" pitchFamily="34" charset="0"/>
              </a:rPr>
              <a:t>- Uses a laser pointer to evaluate coordinate targeting and actuator response without firing high-power optics.</a:t>
            </a:r>
          </a:p>
        </p:txBody>
      </p:sp>
      <p:sp>
        <p:nvSpPr>
          <p:cNvPr id="55" name="TextBox 54">
            <a:extLst>
              <a:ext uri="{FF2B5EF4-FFF2-40B4-BE49-F238E27FC236}">
                <a16:creationId xmlns:a16="http://schemas.microsoft.com/office/drawing/2014/main" id="{E62A1052-A015-D466-6306-91CC6CEFEB2A}"/>
              </a:ext>
            </a:extLst>
          </p:cNvPr>
          <p:cNvSpPr txBox="1"/>
          <p:nvPr/>
        </p:nvSpPr>
        <p:spPr>
          <a:xfrm>
            <a:off x="921904" y="22316197"/>
            <a:ext cx="11427029" cy="1461938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latin typeface="Arial" panose="020B0604020202020204" pitchFamily="34" charset="0"/>
                <a:ea typeface="+mn-lt"/>
                <a:cs typeface="Arial" panose="020B0604020202020204" pitchFamily="34" charset="0"/>
              </a:rPr>
              <a:t>Current progress</a:t>
            </a:r>
            <a:endParaRPr lang="en-US" sz="4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Perception</a:t>
            </a:r>
            <a:r>
              <a:rPr lang="en-US" sz="3600" dirty="0">
                <a:latin typeface="Arial" panose="020B0604020202020204" pitchFamily="34" charset="0"/>
                <a:ea typeface="+mn-lt"/>
                <a:cs typeface="Arial" panose="020B0604020202020204" pitchFamily="34" charset="0"/>
              </a:rPr>
              <a:t> – Utilizing a custom-trained AI weed-detection model.</a:t>
            </a:r>
          </a:p>
          <a:p>
            <a:pPr marL="457200" indent="-457200">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Targeting and actuation</a:t>
            </a:r>
            <a:r>
              <a:rPr lang="en-US" sz="3600" dirty="0">
                <a:latin typeface="Arial" panose="020B0604020202020204" pitchFamily="34" charset="0"/>
                <a:ea typeface="+mn-lt"/>
                <a:cs typeface="Arial" panose="020B0604020202020204" pitchFamily="34" charset="0"/>
              </a:rPr>
              <a:t> – Bench-testing laser safety and servo-linear actuator positioning.</a:t>
            </a:r>
          </a:p>
          <a:p>
            <a:pPr marL="457200" indent="-457200">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Optimize operation</a:t>
            </a:r>
            <a:r>
              <a:rPr lang="en-US" sz="3600" dirty="0">
                <a:latin typeface="Arial" panose="020B0604020202020204" pitchFamily="34" charset="0"/>
                <a:ea typeface="+mn-lt"/>
                <a:cs typeface="Arial" panose="020B0604020202020204" pitchFamily="34" charset="0"/>
              </a:rPr>
              <a:t> – Perform tests with power and time to identify weed burn intensities</a:t>
            </a:r>
          </a:p>
          <a:p>
            <a:pPr marL="457200" indent="-457200">
              <a:buFont typeface="Arial" panose="020B0604020202020204" pitchFamily="34" charset="0"/>
              <a:buChar char="•"/>
            </a:pPr>
            <a:r>
              <a:rPr lang="en-US" sz="3600" b="1" dirty="0">
                <a:latin typeface="Arial" panose="020B0604020202020204" pitchFamily="34" charset="0"/>
                <a:ea typeface="+mn-lt"/>
                <a:cs typeface="Arial" panose="020B0604020202020204" pitchFamily="34" charset="0"/>
              </a:rPr>
              <a:t>Modular Design</a:t>
            </a:r>
            <a:r>
              <a:rPr lang="en-US" sz="3600" dirty="0">
                <a:latin typeface="Arial" panose="020B0604020202020204" pitchFamily="34" charset="0"/>
                <a:ea typeface="+mn-lt"/>
                <a:cs typeface="Arial" panose="020B0604020202020204" pitchFamily="34" charset="0"/>
              </a:rPr>
              <a:t> – Developing standalone units prior to mobile platform mounting.</a:t>
            </a:r>
          </a:p>
          <a:p>
            <a:endParaRPr lang="en-US" sz="3600" dirty="0">
              <a:highlight>
                <a:srgbClr val="FFFFFF"/>
              </a:highlight>
              <a:latin typeface="Arial" panose="020B0604020202020204" pitchFamily="34" charset="0"/>
              <a:ea typeface="Calibri"/>
              <a:cs typeface="Arial" panose="020B0604020202020204" pitchFamily="34" charset="0"/>
            </a:endParaRPr>
          </a:p>
          <a:p>
            <a:r>
              <a:rPr lang="en-US" sz="4000" b="1" dirty="0">
                <a:latin typeface="Arial" panose="020B0604020202020204" pitchFamily="34" charset="0"/>
                <a:cs typeface="Arial" panose="020B0604020202020204" pitchFamily="34" charset="0"/>
              </a:rPr>
              <a:t>Next steps</a:t>
            </a:r>
          </a:p>
          <a:p>
            <a:pPr marL="514350" indent="-514350">
              <a:buFont typeface="+mj-lt"/>
              <a:buAutoNum type="arabicPeriod"/>
            </a:pPr>
            <a:r>
              <a:rPr lang="en-US" sz="3600" b="1" dirty="0">
                <a:highlight>
                  <a:srgbClr val="FFFFFF"/>
                </a:highlight>
                <a:latin typeface="Arial" panose="020B0604020202020204" pitchFamily="34" charset="0"/>
                <a:ea typeface="+mn-lt"/>
                <a:cs typeface="Arial" panose="020B0604020202020204" pitchFamily="34" charset="0"/>
              </a:rPr>
              <a:t>System integration </a:t>
            </a:r>
            <a:r>
              <a:rPr lang="en-US" sz="3600" dirty="0">
                <a:highlight>
                  <a:srgbClr val="FFFFFF"/>
                </a:highlight>
                <a:latin typeface="Arial" panose="020B0604020202020204" pitchFamily="34" charset="0"/>
                <a:ea typeface="+mn-lt"/>
                <a:cs typeface="Arial" panose="020B0604020202020204" pitchFamily="34" charset="0"/>
              </a:rPr>
              <a:t>–</a:t>
            </a:r>
            <a:r>
              <a:rPr lang="en-US" sz="3600" b="1" dirty="0">
                <a:highlight>
                  <a:srgbClr val="FFFFFF"/>
                </a:highlight>
                <a:latin typeface="Arial" panose="020B0604020202020204" pitchFamily="34" charset="0"/>
                <a:ea typeface="+mn-lt"/>
                <a:cs typeface="Arial" panose="020B0604020202020204" pitchFamily="34" charset="0"/>
              </a:rPr>
              <a:t> </a:t>
            </a:r>
            <a:r>
              <a:rPr lang="en-US" sz="3600" dirty="0">
                <a:highlight>
                  <a:srgbClr val="FFFFFF"/>
                </a:highlight>
                <a:latin typeface="Arial" panose="020B0604020202020204" pitchFamily="34" charset="0"/>
                <a:ea typeface="+mn-lt"/>
                <a:cs typeface="Arial" panose="020B0604020202020204" pitchFamily="34" charset="0"/>
              </a:rPr>
              <a:t>Combine the vision, targeting, and laser-control components into a unified system.</a:t>
            </a:r>
          </a:p>
          <a:p>
            <a:pPr marL="514350" indent="-514350">
              <a:buFont typeface="+mj-lt"/>
              <a:buAutoNum type="arabicPeriod"/>
            </a:pPr>
            <a:r>
              <a:rPr lang="en-US" sz="3600" b="1" dirty="0">
                <a:highlight>
                  <a:srgbClr val="FFFFFF"/>
                </a:highlight>
                <a:latin typeface="Arial" panose="020B0604020202020204" pitchFamily="34" charset="0"/>
                <a:ea typeface="+mn-lt"/>
                <a:cs typeface="Arial" panose="020B0604020202020204" pitchFamily="34" charset="0"/>
              </a:rPr>
              <a:t>Platform integration – </a:t>
            </a:r>
            <a:r>
              <a:rPr lang="en-US" sz="3600" dirty="0">
                <a:highlight>
                  <a:srgbClr val="FFFFFF"/>
                </a:highlight>
                <a:latin typeface="Arial" panose="020B0604020202020204" pitchFamily="34" charset="0"/>
                <a:ea typeface="+mn-lt"/>
                <a:cs typeface="Arial" panose="020B0604020202020204" pitchFamily="34" charset="0"/>
              </a:rPr>
              <a:t>Mount the modular laser unit onto the Farm-ng Amiga and establish communication with the mobile platform.</a:t>
            </a:r>
          </a:p>
          <a:p>
            <a:pPr marL="514350" indent="-514350">
              <a:buFont typeface="+mj-lt"/>
              <a:buAutoNum type="arabicPeriod"/>
            </a:pPr>
            <a:r>
              <a:rPr lang="en-US" sz="3600" b="1" dirty="0">
                <a:highlight>
                  <a:srgbClr val="FFFFFF"/>
                </a:highlight>
                <a:latin typeface="Arial" panose="020B0604020202020204" pitchFamily="34" charset="0"/>
                <a:ea typeface="+mn-lt"/>
                <a:cs typeface="Arial" panose="020B0604020202020204" pitchFamily="34" charset="0"/>
              </a:rPr>
              <a:t>Targeting validation – </a:t>
            </a:r>
            <a:r>
              <a:rPr lang="en-US" sz="3600" dirty="0">
                <a:highlight>
                  <a:srgbClr val="FFFFFF"/>
                </a:highlight>
                <a:latin typeface="Arial" panose="020B0604020202020204" pitchFamily="34" charset="0"/>
                <a:ea typeface="+mn-lt"/>
                <a:cs typeface="Arial" panose="020B0604020202020204" pitchFamily="34" charset="0"/>
              </a:rPr>
              <a:t>Evaluate positioning accuracy and reliable alignment with detected weed coordinates.</a:t>
            </a:r>
          </a:p>
          <a:p>
            <a:pPr marL="514350" indent="-514350">
              <a:buFont typeface="+mj-lt"/>
              <a:buAutoNum type="arabicPeriod"/>
            </a:pPr>
            <a:r>
              <a:rPr lang="en-US" sz="3600" b="1" dirty="0">
                <a:highlight>
                  <a:srgbClr val="FFFFFF"/>
                </a:highlight>
                <a:latin typeface="Arial" panose="020B0604020202020204" pitchFamily="34" charset="0"/>
                <a:ea typeface="+mn-lt"/>
                <a:cs typeface="Arial" panose="020B0604020202020204" pitchFamily="34" charset="0"/>
              </a:rPr>
              <a:t>Controlled testing – </a:t>
            </a:r>
            <a:r>
              <a:rPr lang="en-US" sz="3600" dirty="0">
                <a:highlight>
                  <a:srgbClr val="FFFFFF"/>
                </a:highlight>
                <a:latin typeface="Arial" panose="020B0604020202020204" pitchFamily="34" charset="0"/>
                <a:ea typeface="+mn-lt"/>
                <a:cs typeface="Arial" panose="020B0604020202020204" pitchFamily="34" charset="0"/>
              </a:rPr>
              <a:t>Assess laser targeting and weed response under controlled crop-relevant conditions.</a:t>
            </a:r>
          </a:p>
          <a:p>
            <a:pPr marL="514350" indent="-514350">
              <a:buFont typeface="+mj-lt"/>
              <a:buAutoNum type="arabicPeriod"/>
            </a:pPr>
            <a:r>
              <a:rPr lang="en-US" sz="3600" b="1" dirty="0">
                <a:highlight>
                  <a:srgbClr val="FFFFFF"/>
                </a:highlight>
                <a:latin typeface="Arial" panose="020B0604020202020204" pitchFamily="34" charset="0"/>
                <a:ea typeface="+mn-lt"/>
                <a:cs typeface="Arial" panose="020B0604020202020204" pitchFamily="34" charset="0"/>
              </a:rPr>
              <a:t>Field evaluation – </a:t>
            </a:r>
            <a:r>
              <a:rPr lang="en-US" sz="3600" dirty="0">
                <a:highlight>
                  <a:srgbClr val="FFFFFF"/>
                </a:highlight>
                <a:latin typeface="Arial" panose="020B0604020202020204" pitchFamily="34" charset="0"/>
                <a:ea typeface="+mn-lt"/>
                <a:cs typeface="Arial" panose="020B0604020202020204" pitchFamily="34" charset="0"/>
              </a:rPr>
              <a:t>Progress toward field testing and evaluation of system performance, safety, and practical deployment.</a:t>
            </a:r>
            <a:endParaRPr lang="en-US" sz="3600" dirty="0">
              <a:latin typeface="Arial" panose="020B0604020202020204" pitchFamily="34" charset="0"/>
              <a:ea typeface="+mn-lt"/>
              <a:cs typeface="Arial" panose="020B0604020202020204" pitchFamily="34" charset="0"/>
            </a:endParaRPr>
          </a:p>
        </p:txBody>
      </p:sp>
      <p:pic>
        <p:nvPicPr>
          <p:cNvPr id="51" name="Picture 50">
            <a:extLst>
              <a:ext uri="{FF2B5EF4-FFF2-40B4-BE49-F238E27FC236}">
                <a16:creationId xmlns:a16="http://schemas.microsoft.com/office/drawing/2014/main" id="{38AFA43D-DBD8-EC12-B582-F32BD0873551}"/>
              </a:ext>
            </a:extLst>
          </p:cNvPr>
          <p:cNvPicPr>
            <a:picLocks noChangeAspect="1"/>
          </p:cNvPicPr>
          <p:nvPr/>
        </p:nvPicPr>
        <p:blipFill>
          <a:blip r:embed="rId5"/>
          <a:stretch>
            <a:fillRect/>
          </a:stretch>
        </p:blipFill>
        <p:spPr>
          <a:xfrm>
            <a:off x="24297711" y="26227715"/>
            <a:ext cx="5826113" cy="7603979"/>
          </a:xfrm>
          <a:prstGeom prst="rect">
            <a:avLst/>
          </a:prstGeom>
        </p:spPr>
      </p:pic>
      <p:pic>
        <p:nvPicPr>
          <p:cNvPr id="58" name="Graphic 57">
            <a:extLst>
              <a:ext uri="{FF2B5EF4-FFF2-40B4-BE49-F238E27FC236}">
                <a16:creationId xmlns:a16="http://schemas.microsoft.com/office/drawing/2014/main" id="{5F4D5300-4375-7594-FF72-1F033C09351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248500" y="37744530"/>
            <a:ext cx="2425726" cy="3008906"/>
          </a:xfrm>
          <a:prstGeom prst="rect">
            <a:avLst/>
          </a:prstGeom>
        </p:spPr>
      </p:pic>
      <p:pic>
        <p:nvPicPr>
          <p:cNvPr id="61" name="Graphic 60">
            <a:extLst>
              <a:ext uri="{FF2B5EF4-FFF2-40B4-BE49-F238E27FC236}">
                <a16:creationId xmlns:a16="http://schemas.microsoft.com/office/drawing/2014/main" id="{59ACD6F1-CA6B-6E29-58A0-4CD951AA7EC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126351" y="37738987"/>
            <a:ext cx="2226667" cy="2951420"/>
          </a:xfrm>
          <a:prstGeom prst="rect">
            <a:avLst/>
          </a:prstGeom>
        </p:spPr>
      </p:pic>
      <p:pic>
        <p:nvPicPr>
          <p:cNvPr id="62" name="Graphic 61">
            <a:extLst>
              <a:ext uri="{FF2B5EF4-FFF2-40B4-BE49-F238E27FC236}">
                <a16:creationId xmlns:a16="http://schemas.microsoft.com/office/drawing/2014/main" id="{D129914A-8CF9-C7DF-29CA-003DCABF0D0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217663" y="37738986"/>
            <a:ext cx="2370570" cy="2951422"/>
          </a:xfrm>
          <a:prstGeom prst="rect">
            <a:avLst/>
          </a:prstGeom>
        </p:spPr>
      </p:pic>
      <p:grpSp>
        <p:nvGrpSpPr>
          <p:cNvPr id="103" name="Group 102">
            <a:extLst>
              <a:ext uri="{FF2B5EF4-FFF2-40B4-BE49-F238E27FC236}">
                <a16:creationId xmlns:a16="http://schemas.microsoft.com/office/drawing/2014/main" id="{8F9B1A90-74E3-678A-F4AF-BC02149D8E10}"/>
              </a:ext>
            </a:extLst>
          </p:cNvPr>
          <p:cNvGrpSpPr/>
          <p:nvPr/>
        </p:nvGrpSpPr>
        <p:grpSpPr>
          <a:xfrm>
            <a:off x="21620121" y="26706601"/>
            <a:ext cx="2512605" cy="5424971"/>
            <a:chOff x="23114036" y="26533725"/>
            <a:chExt cx="2849572" cy="6152516"/>
          </a:xfrm>
        </p:grpSpPr>
        <p:pic>
          <p:nvPicPr>
            <p:cNvPr id="45" name="Picture 44">
              <a:extLst>
                <a:ext uri="{FF2B5EF4-FFF2-40B4-BE49-F238E27FC236}">
                  <a16:creationId xmlns:a16="http://schemas.microsoft.com/office/drawing/2014/main" id="{D7E477E7-6554-75D0-71DE-CBAF3102FD49}"/>
                </a:ext>
              </a:extLst>
            </p:cNvPr>
            <p:cNvPicPr>
              <a:picLocks noChangeAspect="1"/>
            </p:cNvPicPr>
            <p:nvPr/>
          </p:nvPicPr>
          <p:blipFill>
            <a:blip r:embed="rId12"/>
            <a:stretch>
              <a:fillRect/>
            </a:stretch>
          </p:blipFill>
          <p:spPr>
            <a:xfrm>
              <a:off x="23336234" y="26533725"/>
              <a:ext cx="2405175" cy="5096570"/>
            </a:xfrm>
            <a:prstGeom prst="rect">
              <a:avLst/>
            </a:prstGeom>
          </p:spPr>
        </p:pic>
        <p:sp>
          <p:nvSpPr>
            <p:cNvPr id="64" name="TextBox 63">
              <a:extLst>
                <a:ext uri="{FF2B5EF4-FFF2-40B4-BE49-F238E27FC236}">
                  <a16:creationId xmlns:a16="http://schemas.microsoft.com/office/drawing/2014/main" id="{7B184FDA-DDBC-855B-868A-D916A661F75E}"/>
                </a:ext>
              </a:extLst>
            </p:cNvPr>
            <p:cNvSpPr txBox="1"/>
            <p:nvPr/>
          </p:nvSpPr>
          <p:spPr>
            <a:xfrm>
              <a:off x="23114036" y="31743799"/>
              <a:ext cx="2849572" cy="94244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highlight>
                    <a:srgbClr val="FFFFFF"/>
                  </a:highlight>
                  <a:latin typeface="Arial" panose="020B0604020202020204" pitchFamily="34" charset="0"/>
                  <a:ea typeface="+mn-lt"/>
                  <a:cs typeface="Arial" panose="020B0604020202020204" pitchFamily="34" charset="0"/>
                </a:rPr>
                <a:t>Custom mount for laser</a:t>
              </a:r>
            </a:p>
          </p:txBody>
        </p:sp>
      </p:grpSp>
      <p:sp>
        <p:nvSpPr>
          <p:cNvPr id="56" name="AutoShape 5">
            <a:extLst>
              <a:ext uri="{FF2B5EF4-FFF2-40B4-BE49-F238E27FC236}">
                <a16:creationId xmlns:a16="http://schemas.microsoft.com/office/drawing/2014/main" id="{1D6509C6-DBDC-0A6E-711A-1DF7CF8A944F}"/>
              </a:ext>
            </a:extLst>
          </p:cNvPr>
          <p:cNvSpPr/>
          <p:nvPr/>
        </p:nvSpPr>
        <p:spPr>
          <a:xfrm flipH="1">
            <a:off x="740901" y="6079138"/>
            <a:ext cx="29586698" cy="53398"/>
          </a:xfrm>
          <a:prstGeom prst="line">
            <a:avLst/>
          </a:prstGeom>
          <a:ln w="66675" cap="rnd">
            <a:solidFill>
              <a:srgbClr val="DEC697"/>
            </a:solidFill>
            <a:prstDash val="solid"/>
            <a:headEnd type="none" w="sm" len="sm"/>
            <a:tailEnd type="none" w="sm" len="sm"/>
          </a:ln>
        </p:spPr>
        <p:txBody>
          <a:bodyPr/>
          <a:lstStyle/>
          <a:p>
            <a:endParaRPr lang="en-US">
              <a:latin typeface="Arial" panose="020B0604020202020204" pitchFamily="34" charset="0"/>
              <a:cs typeface="Arial" panose="020B0604020202020204" pitchFamily="34" charset="0"/>
            </a:endParaRPr>
          </a:p>
        </p:txBody>
      </p:sp>
      <p:grpSp>
        <p:nvGrpSpPr>
          <p:cNvPr id="66" name="Group 65">
            <a:extLst>
              <a:ext uri="{FF2B5EF4-FFF2-40B4-BE49-F238E27FC236}">
                <a16:creationId xmlns:a16="http://schemas.microsoft.com/office/drawing/2014/main" id="{548F087B-DD07-5310-C4A1-B1FBCD5BED97}"/>
              </a:ext>
            </a:extLst>
          </p:cNvPr>
          <p:cNvGrpSpPr/>
          <p:nvPr/>
        </p:nvGrpSpPr>
        <p:grpSpPr>
          <a:xfrm>
            <a:off x="22901362" y="7623113"/>
            <a:ext cx="7264975" cy="4786633"/>
            <a:chOff x="18155879" y="9814878"/>
            <a:chExt cx="7264975" cy="4786633"/>
          </a:xfrm>
        </p:grpSpPr>
        <p:pic>
          <p:nvPicPr>
            <p:cNvPr id="65" name="Picture 64" descr="A couple of people working in a field&#10;&#10;AI-generated content may be incorrect.">
              <a:extLst>
                <a:ext uri="{FF2B5EF4-FFF2-40B4-BE49-F238E27FC236}">
                  <a16:creationId xmlns:a16="http://schemas.microsoft.com/office/drawing/2014/main" id="{D3B7BA6C-8403-D025-AD22-037590B6925D}"/>
                </a:ext>
              </a:extLst>
            </p:cNvPr>
            <p:cNvPicPr>
              <a:picLocks noChangeAspect="1"/>
            </p:cNvPicPr>
            <p:nvPr/>
          </p:nvPicPr>
          <p:blipFill>
            <a:blip r:embed="rId13">
              <a:extLst>
                <a:ext uri="{28A0092B-C50C-407E-A947-70E740481C1C}">
                  <a14:useLocalDpi xmlns:a14="http://schemas.microsoft.com/office/drawing/2010/main" val="0"/>
                </a:ext>
              </a:extLst>
            </a:blip>
            <a:srcRect l="9059" t="9107" r="8882" b="6147"/>
            <a:stretch>
              <a:fillRect/>
            </a:stretch>
          </p:blipFill>
          <p:spPr>
            <a:xfrm>
              <a:off x="18171658" y="9814878"/>
              <a:ext cx="7233419" cy="4203031"/>
            </a:xfrm>
            <a:prstGeom prst="rect">
              <a:avLst/>
            </a:prstGeom>
          </p:spPr>
        </p:pic>
        <p:sp>
          <p:nvSpPr>
            <p:cNvPr id="43" name="TextBox 42">
              <a:extLst>
                <a:ext uri="{FF2B5EF4-FFF2-40B4-BE49-F238E27FC236}">
                  <a16:creationId xmlns:a16="http://schemas.microsoft.com/office/drawing/2014/main" id="{23F8C442-F3A1-DB85-0C25-6A2406524F51}"/>
                </a:ext>
              </a:extLst>
            </p:cNvPr>
            <p:cNvSpPr txBox="1"/>
            <p:nvPr/>
          </p:nvSpPr>
          <p:spPr>
            <a:xfrm>
              <a:off x="18155879" y="13647404"/>
              <a:ext cx="7264975" cy="95410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highlight>
                    <a:srgbClr val="FFFFFF"/>
                  </a:highlight>
                  <a:latin typeface="Arial" panose="020B0604020202020204" pitchFamily="34" charset="0"/>
                  <a:ea typeface="+mn-lt"/>
                  <a:cs typeface="Arial" panose="020B0604020202020204" pitchFamily="34" charset="0"/>
                </a:rPr>
                <a:t>Manual weeding is labor-intensive, costly, and limited by labor availability.</a:t>
              </a:r>
              <a:endParaRPr lang="en-US" sz="2800" dirty="0">
                <a:latin typeface="Arial" panose="020B0604020202020204" pitchFamily="34" charset="0"/>
                <a:ea typeface="+mn-lt"/>
                <a:cs typeface="Arial" panose="020B0604020202020204" pitchFamily="34" charset="0"/>
              </a:endParaRPr>
            </a:p>
          </p:txBody>
        </p:sp>
      </p:grpSp>
      <p:grpSp>
        <p:nvGrpSpPr>
          <p:cNvPr id="69" name="Group 68">
            <a:extLst>
              <a:ext uri="{FF2B5EF4-FFF2-40B4-BE49-F238E27FC236}">
                <a16:creationId xmlns:a16="http://schemas.microsoft.com/office/drawing/2014/main" id="{BF5219CE-1553-6F94-DA80-C69B23841B50}"/>
              </a:ext>
            </a:extLst>
          </p:cNvPr>
          <p:cNvGrpSpPr/>
          <p:nvPr/>
        </p:nvGrpSpPr>
        <p:grpSpPr>
          <a:xfrm>
            <a:off x="16265738" y="7518474"/>
            <a:ext cx="6559865" cy="4894844"/>
            <a:chOff x="12880459" y="7818391"/>
            <a:chExt cx="6559865" cy="4894844"/>
          </a:xfrm>
        </p:grpSpPr>
        <p:pic>
          <p:nvPicPr>
            <p:cNvPr id="68" name="Picture 67">
              <a:extLst>
                <a:ext uri="{FF2B5EF4-FFF2-40B4-BE49-F238E27FC236}">
                  <a16:creationId xmlns:a16="http://schemas.microsoft.com/office/drawing/2014/main" id="{306582E0-F3B4-AD90-0986-DC9AA398E74C}"/>
                </a:ext>
              </a:extLst>
            </p:cNvPr>
            <p:cNvPicPr>
              <a:picLocks noChangeAspect="1"/>
            </p:cNvPicPr>
            <p:nvPr/>
          </p:nvPicPr>
          <p:blipFill>
            <a:blip r:embed="rId14"/>
            <a:stretch>
              <a:fillRect/>
            </a:stretch>
          </p:blipFill>
          <p:spPr>
            <a:xfrm>
              <a:off x="12880459" y="7818391"/>
              <a:ext cx="6559865" cy="4480948"/>
            </a:xfrm>
            <a:prstGeom prst="rect">
              <a:avLst/>
            </a:prstGeom>
          </p:spPr>
        </p:pic>
        <p:sp>
          <p:nvSpPr>
            <p:cNvPr id="42" name="TextBox 41">
              <a:extLst>
                <a:ext uri="{FF2B5EF4-FFF2-40B4-BE49-F238E27FC236}">
                  <a16:creationId xmlns:a16="http://schemas.microsoft.com/office/drawing/2014/main" id="{D9EA6DB3-166F-1B6D-2938-8AEDE8D427C5}"/>
                </a:ext>
              </a:extLst>
            </p:cNvPr>
            <p:cNvSpPr txBox="1"/>
            <p:nvPr/>
          </p:nvSpPr>
          <p:spPr>
            <a:xfrm>
              <a:off x="12932925" y="11759128"/>
              <a:ext cx="6454933" cy="95410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highlight>
                    <a:srgbClr val="FFFFFF"/>
                  </a:highlight>
                  <a:latin typeface="Arial" panose="020B0604020202020204" pitchFamily="34" charset="0"/>
                  <a:ea typeface="+mn-lt"/>
                  <a:cs typeface="Arial" panose="020B0604020202020204" pitchFamily="34" charset="0"/>
                </a:rPr>
                <a:t>Weed management is a challenge. </a:t>
              </a:r>
            </a:p>
            <a:p>
              <a:pPr algn="ctr"/>
              <a:r>
                <a:rPr lang="en-US" sz="2800" dirty="0">
                  <a:latin typeface="Arial" panose="020B0604020202020204" pitchFamily="34" charset="0"/>
                  <a:ea typeface="+mn-lt"/>
                  <a:cs typeface="Arial" panose="020B0604020202020204" pitchFamily="34" charset="0"/>
                </a:rPr>
                <a:t>Almost all weed species are present.</a:t>
              </a:r>
            </a:p>
          </p:txBody>
        </p:sp>
      </p:grpSp>
      <p:grpSp>
        <p:nvGrpSpPr>
          <p:cNvPr id="71" name="Group 70">
            <a:extLst>
              <a:ext uri="{FF2B5EF4-FFF2-40B4-BE49-F238E27FC236}">
                <a16:creationId xmlns:a16="http://schemas.microsoft.com/office/drawing/2014/main" id="{032DDAF8-374D-77AF-CFED-33E17AA856F3}"/>
              </a:ext>
            </a:extLst>
          </p:cNvPr>
          <p:cNvGrpSpPr/>
          <p:nvPr/>
        </p:nvGrpSpPr>
        <p:grpSpPr>
          <a:xfrm>
            <a:off x="12974159" y="7659150"/>
            <a:ext cx="3122877" cy="4788295"/>
            <a:chOff x="12974159" y="7908534"/>
            <a:chExt cx="3122877" cy="4788295"/>
          </a:xfrm>
        </p:grpSpPr>
        <p:pic>
          <p:nvPicPr>
            <p:cNvPr id="1028" name="Picture 4" descr="How to Cook With Fresh Horseradish">
              <a:extLst>
                <a:ext uri="{FF2B5EF4-FFF2-40B4-BE49-F238E27FC236}">
                  <a16:creationId xmlns:a16="http://schemas.microsoft.com/office/drawing/2014/main" id="{DBC6C8A6-454F-876B-0B39-E7D674708F4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6200000">
              <a:off x="12634634" y="8623297"/>
              <a:ext cx="3801927" cy="2372402"/>
            </a:xfrm>
            <a:prstGeom prst="rect">
              <a:avLst/>
            </a:prstGeom>
            <a:noFill/>
            <a:extLst>
              <a:ext uri="{909E8E84-426E-40DD-AFC4-6F175D3DCCD1}">
                <a14:hiddenFill xmlns:a14="http://schemas.microsoft.com/office/drawing/2010/main">
                  <a:solidFill>
                    <a:srgbClr val="FFFFFF"/>
                  </a:solidFill>
                </a14:hiddenFill>
              </a:ext>
            </a:extLst>
          </p:spPr>
        </p:pic>
        <p:sp>
          <p:nvSpPr>
            <p:cNvPr id="70" name="TextBox 69">
              <a:extLst>
                <a:ext uri="{FF2B5EF4-FFF2-40B4-BE49-F238E27FC236}">
                  <a16:creationId xmlns:a16="http://schemas.microsoft.com/office/drawing/2014/main" id="{15BC45AD-02C6-B2F7-BF1B-838A9E6B313C}"/>
                </a:ext>
              </a:extLst>
            </p:cNvPr>
            <p:cNvSpPr txBox="1"/>
            <p:nvPr/>
          </p:nvSpPr>
          <p:spPr>
            <a:xfrm>
              <a:off x="12974159" y="11742722"/>
              <a:ext cx="3122877" cy="95410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highlight>
                    <a:srgbClr val="FFFFFF"/>
                  </a:highlight>
                  <a:latin typeface="Arial" panose="020B0604020202020204" pitchFamily="34" charset="0"/>
                  <a:ea typeface="+mn-lt"/>
                  <a:cs typeface="Arial" panose="020B0604020202020204" pitchFamily="34" charset="0"/>
                </a:rPr>
                <a:t>Horseradish – root vegetable</a:t>
              </a:r>
              <a:endParaRPr lang="en-US" sz="2800" dirty="0">
                <a:latin typeface="Arial" panose="020B0604020202020204" pitchFamily="34" charset="0"/>
                <a:ea typeface="+mn-lt"/>
                <a:cs typeface="Arial" panose="020B0604020202020204" pitchFamily="34" charset="0"/>
              </a:endParaRPr>
            </a:p>
          </p:txBody>
        </p:sp>
      </p:grpSp>
      <p:sp>
        <p:nvSpPr>
          <p:cNvPr id="79" name="AutoShape 6" descr="FLIR logo blue corporate brand mark PNG Image – Free Download | CleanPNG -  CleanPNG">
            <a:extLst>
              <a:ext uri="{FF2B5EF4-FFF2-40B4-BE49-F238E27FC236}">
                <a16:creationId xmlns:a16="http://schemas.microsoft.com/office/drawing/2014/main" id="{DA304AC3-73B3-07B3-F512-51DF2FC66648}"/>
              </a:ext>
            </a:extLst>
          </p:cNvPr>
          <p:cNvSpPr>
            <a:spLocks noChangeAspect="1" noChangeArrowheads="1"/>
          </p:cNvSpPr>
          <p:nvPr/>
        </p:nvSpPr>
        <p:spPr bwMode="auto">
          <a:xfrm>
            <a:off x="15392400" y="2017221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94" name="Group 93">
            <a:extLst>
              <a:ext uri="{FF2B5EF4-FFF2-40B4-BE49-F238E27FC236}">
                <a16:creationId xmlns:a16="http://schemas.microsoft.com/office/drawing/2014/main" id="{5397FA89-BF1C-A867-18FD-34A32A8816E5}"/>
              </a:ext>
            </a:extLst>
          </p:cNvPr>
          <p:cNvGrpSpPr/>
          <p:nvPr/>
        </p:nvGrpSpPr>
        <p:grpSpPr>
          <a:xfrm>
            <a:off x="24455488" y="14274663"/>
            <a:ext cx="5923280" cy="7660736"/>
            <a:chOff x="23337520" y="14495713"/>
            <a:chExt cx="5923280" cy="7660736"/>
          </a:xfrm>
        </p:grpSpPr>
        <p:pic>
          <p:nvPicPr>
            <p:cNvPr id="89" name="Picture 88">
              <a:extLst>
                <a:ext uri="{FF2B5EF4-FFF2-40B4-BE49-F238E27FC236}">
                  <a16:creationId xmlns:a16="http://schemas.microsoft.com/office/drawing/2014/main" id="{3D2F6FF9-A354-CA0F-3BEE-612D2A13F5C7}"/>
                </a:ext>
              </a:extLst>
            </p:cNvPr>
            <p:cNvPicPr>
              <a:picLocks noChangeAspect="1"/>
            </p:cNvPicPr>
            <p:nvPr/>
          </p:nvPicPr>
          <p:blipFill>
            <a:blip r:embed="rId16"/>
            <a:srcRect l="4990" t="4990"/>
            <a:stretch>
              <a:fillRect/>
            </a:stretch>
          </p:blipFill>
          <p:spPr>
            <a:xfrm rot="5400000">
              <a:off x="22553752" y="15534427"/>
              <a:ext cx="7490817" cy="5413390"/>
            </a:xfrm>
            <a:prstGeom prst="rect">
              <a:avLst/>
            </a:prstGeom>
          </p:spPr>
        </p:pic>
        <p:sp>
          <p:nvSpPr>
            <p:cNvPr id="60" name="TextBox 59">
              <a:extLst>
                <a:ext uri="{FF2B5EF4-FFF2-40B4-BE49-F238E27FC236}">
                  <a16:creationId xmlns:a16="http://schemas.microsoft.com/office/drawing/2014/main" id="{0587E852-989A-20C1-B7CA-E62478BB8BFD}"/>
                </a:ext>
              </a:extLst>
            </p:cNvPr>
            <p:cNvSpPr txBox="1"/>
            <p:nvPr/>
          </p:nvSpPr>
          <p:spPr>
            <a:xfrm>
              <a:off x="23337520" y="21694784"/>
              <a:ext cx="5923280"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highlight>
                    <a:srgbClr val="FFFFFF"/>
                  </a:highlight>
                  <a:latin typeface="Arial" panose="020B0604020202020204" pitchFamily="34" charset="0"/>
                  <a:ea typeface="Open Sans"/>
                  <a:cs typeface="Arial" panose="020B0604020202020204" pitchFamily="34" charset="0"/>
                </a:rPr>
                <a:t>Enclosed laser box for benchtop testing</a:t>
              </a:r>
              <a:endParaRPr lang="en-US" sz="2400" dirty="0">
                <a:latin typeface="Arial" panose="020B0604020202020204" pitchFamily="34" charset="0"/>
                <a:ea typeface="Calibri"/>
                <a:cs typeface="Arial" panose="020B0604020202020204" pitchFamily="34" charset="0"/>
              </a:endParaRPr>
            </a:p>
          </p:txBody>
        </p:sp>
      </p:grpSp>
      <p:grpSp>
        <p:nvGrpSpPr>
          <p:cNvPr id="98" name="Group 97">
            <a:extLst>
              <a:ext uri="{FF2B5EF4-FFF2-40B4-BE49-F238E27FC236}">
                <a16:creationId xmlns:a16="http://schemas.microsoft.com/office/drawing/2014/main" id="{34166D45-6D84-D7FE-C394-83ECBA987A1E}"/>
              </a:ext>
            </a:extLst>
          </p:cNvPr>
          <p:cNvGrpSpPr/>
          <p:nvPr/>
        </p:nvGrpSpPr>
        <p:grpSpPr>
          <a:xfrm>
            <a:off x="13165629" y="20697040"/>
            <a:ext cx="11216325" cy="5333304"/>
            <a:chOff x="13901777" y="23445606"/>
            <a:chExt cx="11457140" cy="5447810"/>
          </a:xfrm>
        </p:grpSpPr>
        <p:pic>
          <p:nvPicPr>
            <p:cNvPr id="76" name="Picture 75">
              <a:extLst>
                <a:ext uri="{FF2B5EF4-FFF2-40B4-BE49-F238E27FC236}">
                  <a16:creationId xmlns:a16="http://schemas.microsoft.com/office/drawing/2014/main" id="{89F10FEA-C660-F829-F204-87A89B324F9B}"/>
                </a:ext>
              </a:extLst>
            </p:cNvPr>
            <p:cNvPicPr>
              <a:picLocks noChangeAspect="1"/>
            </p:cNvPicPr>
            <p:nvPr/>
          </p:nvPicPr>
          <p:blipFill>
            <a:blip r:embed="rId17"/>
            <a:srcRect l="23956" t="1992" r="21539" b="16698"/>
            <a:stretch>
              <a:fillRect/>
            </a:stretch>
          </p:blipFill>
          <p:spPr>
            <a:xfrm>
              <a:off x="17705768" y="23491744"/>
              <a:ext cx="4092075" cy="4568513"/>
            </a:xfrm>
            <a:prstGeom prst="rect">
              <a:avLst/>
            </a:prstGeom>
          </p:spPr>
        </p:pic>
        <p:grpSp>
          <p:nvGrpSpPr>
            <p:cNvPr id="88" name="Group 87">
              <a:extLst>
                <a:ext uri="{FF2B5EF4-FFF2-40B4-BE49-F238E27FC236}">
                  <a16:creationId xmlns:a16="http://schemas.microsoft.com/office/drawing/2014/main" id="{6BC28183-A28F-5C5C-60F4-66991CAB88AE}"/>
                </a:ext>
              </a:extLst>
            </p:cNvPr>
            <p:cNvGrpSpPr/>
            <p:nvPr/>
          </p:nvGrpSpPr>
          <p:grpSpPr>
            <a:xfrm>
              <a:off x="21998868" y="23476064"/>
              <a:ext cx="3303903" cy="4599873"/>
              <a:chOff x="-6819166" y="15903132"/>
              <a:chExt cx="4555261" cy="6605241"/>
            </a:xfrm>
          </p:grpSpPr>
          <p:pic>
            <p:nvPicPr>
              <p:cNvPr id="77" name="Picture 76">
                <a:extLst>
                  <a:ext uri="{FF2B5EF4-FFF2-40B4-BE49-F238E27FC236}">
                    <a16:creationId xmlns:a16="http://schemas.microsoft.com/office/drawing/2014/main" id="{FF5F3ACB-6518-58D1-DCBF-5C82A359A4FB}"/>
                  </a:ext>
                </a:extLst>
              </p:cNvPr>
              <p:cNvPicPr>
                <a:picLocks noChangeAspect="1"/>
              </p:cNvPicPr>
              <p:nvPr/>
            </p:nvPicPr>
            <p:blipFill>
              <a:blip r:embed="rId18"/>
              <a:srcRect l="5319" t="13185" r="9668" b="8210"/>
              <a:stretch>
                <a:fillRect/>
              </a:stretch>
            </p:blipFill>
            <p:spPr>
              <a:xfrm rot="5400000">
                <a:off x="-7844156" y="16928122"/>
                <a:ext cx="6605241" cy="4555261"/>
              </a:xfrm>
              <a:prstGeom prst="rect">
                <a:avLst/>
              </a:prstGeom>
            </p:spPr>
          </p:pic>
          <p:pic>
            <p:nvPicPr>
              <p:cNvPr id="81" name="Picture 80">
                <a:extLst>
                  <a:ext uri="{FF2B5EF4-FFF2-40B4-BE49-F238E27FC236}">
                    <a16:creationId xmlns:a16="http://schemas.microsoft.com/office/drawing/2014/main" id="{332F416E-7EE2-B20A-265A-F307CA85369D}"/>
                  </a:ext>
                </a:extLst>
              </p:cNvPr>
              <p:cNvPicPr>
                <a:picLocks noChangeAspect="1"/>
              </p:cNvPicPr>
              <p:nvPr/>
            </p:nvPicPr>
            <p:blipFill>
              <a:blip r:embed="rId19">
                <a:duotone>
                  <a:schemeClr val="bg2">
                    <a:shade val="45000"/>
                    <a:satMod val="135000"/>
                  </a:schemeClr>
                  <a:prstClr val="white"/>
                </a:duotone>
              </a:blip>
              <a:srcRect l="8985" t="27379" r="8513" b="28334"/>
              <a:stretch>
                <a:fillRect/>
              </a:stretch>
            </p:blipFill>
            <p:spPr>
              <a:xfrm>
                <a:off x="-6760464" y="21741201"/>
                <a:ext cx="1938528" cy="693727"/>
              </a:xfrm>
              <a:prstGeom prst="rect">
                <a:avLst/>
              </a:prstGeom>
            </p:spPr>
          </p:pic>
          <p:pic>
            <p:nvPicPr>
              <p:cNvPr id="87" name="Picture 86">
                <a:extLst>
                  <a:ext uri="{FF2B5EF4-FFF2-40B4-BE49-F238E27FC236}">
                    <a16:creationId xmlns:a16="http://schemas.microsoft.com/office/drawing/2014/main" id="{2877EE96-E9E1-380A-3F49-4C0D8A4A203B}"/>
                  </a:ext>
                </a:extLst>
              </p:cNvPr>
              <p:cNvPicPr>
                <a:picLocks noChangeAspect="1"/>
              </p:cNvPicPr>
              <p:nvPr/>
            </p:nvPicPr>
            <p:blipFill>
              <a:blip r:embed="rId18"/>
              <a:srcRect l="23099" t="1196" r="69909" b="89688"/>
              <a:stretch>
                <a:fillRect/>
              </a:stretch>
            </p:blipFill>
            <p:spPr>
              <a:xfrm>
                <a:off x="-4941700" y="16043170"/>
                <a:ext cx="543284" cy="528320"/>
              </a:xfrm>
              <a:custGeom>
                <a:avLst/>
                <a:gdLst>
                  <a:gd name="connsiteX0" fmla="*/ 67736 w 543284"/>
                  <a:gd name="connsiteY0" fmla="*/ 0 h 528320"/>
                  <a:gd name="connsiteX1" fmla="*/ 475548 w 543284"/>
                  <a:gd name="connsiteY1" fmla="*/ 0 h 528320"/>
                  <a:gd name="connsiteX2" fmla="*/ 543284 w 543284"/>
                  <a:gd name="connsiteY2" fmla="*/ 67736 h 528320"/>
                  <a:gd name="connsiteX3" fmla="*/ 543284 w 543284"/>
                  <a:gd name="connsiteY3" fmla="*/ 460584 h 528320"/>
                  <a:gd name="connsiteX4" fmla="*/ 475548 w 543284"/>
                  <a:gd name="connsiteY4" fmla="*/ 528320 h 528320"/>
                  <a:gd name="connsiteX5" fmla="*/ 67736 w 543284"/>
                  <a:gd name="connsiteY5" fmla="*/ 528320 h 528320"/>
                  <a:gd name="connsiteX6" fmla="*/ 0 w 543284"/>
                  <a:gd name="connsiteY6" fmla="*/ 460584 h 528320"/>
                  <a:gd name="connsiteX7" fmla="*/ 0 w 543284"/>
                  <a:gd name="connsiteY7" fmla="*/ 67736 h 528320"/>
                  <a:gd name="connsiteX8" fmla="*/ 67736 w 543284"/>
                  <a:gd name="connsiteY8" fmla="*/ 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3284" h="528320">
                    <a:moveTo>
                      <a:pt x="67736" y="0"/>
                    </a:moveTo>
                    <a:lnTo>
                      <a:pt x="475548" y="0"/>
                    </a:lnTo>
                    <a:cubicBezTo>
                      <a:pt x="512958" y="0"/>
                      <a:pt x="543284" y="30326"/>
                      <a:pt x="543284" y="67736"/>
                    </a:cubicBezTo>
                    <a:lnTo>
                      <a:pt x="543284" y="460584"/>
                    </a:lnTo>
                    <a:cubicBezTo>
                      <a:pt x="543284" y="497994"/>
                      <a:pt x="512958" y="528320"/>
                      <a:pt x="475548" y="528320"/>
                    </a:cubicBezTo>
                    <a:lnTo>
                      <a:pt x="67736" y="528320"/>
                    </a:lnTo>
                    <a:cubicBezTo>
                      <a:pt x="30326" y="528320"/>
                      <a:pt x="0" y="497994"/>
                      <a:pt x="0" y="460584"/>
                    </a:cubicBezTo>
                    <a:lnTo>
                      <a:pt x="0" y="67736"/>
                    </a:lnTo>
                    <a:cubicBezTo>
                      <a:pt x="0" y="30326"/>
                      <a:pt x="30326" y="0"/>
                      <a:pt x="67736" y="0"/>
                    </a:cubicBezTo>
                    <a:close/>
                  </a:path>
                </a:pathLst>
              </a:custGeom>
            </p:spPr>
          </p:pic>
          <p:pic>
            <p:nvPicPr>
              <p:cNvPr id="86" name="Picture 85">
                <a:extLst>
                  <a:ext uri="{FF2B5EF4-FFF2-40B4-BE49-F238E27FC236}">
                    <a16:creationId xmlns:a16="http://schemas.microsoft.com/office/drawing/2014/main" id="{52E0C6E9-4757-EA01-EAEC-3899F065F605}"/>
                  </a:ext>
                </a:extLst>
              </p:cNvPr>
              <p:cNvPicPr>
                <a:picLocks noChangeAspect="1"/>
              </p:cNvPicPr>
              <p:nvPr/>
            </p:nvPicPr>
            <p:blipFill>
              <a:blip r:embed="rId18"/>
              <a:srcRect l="1261" t="1381" r="77718" b="89503"/>
              <a:stretch>
                <a:fillRect/>
              </a:stretch>
            </p:blipFill>
            <p:spPr>
              <a:xfrm>
                <a:off x="-6628408" y="16043170"/>
                <a:ext cx="1633220" cy="528320"/>
              </a:xfrm>
              <a:custGeom>
                <a:avLst/>
                <a:gdLst>
                  <a:gd name="connsiteX0" fmla="*/ 67736 w 1633220"/>
                  <a:gd name="connsiteY0" fmla="*/ 0 h 528320"/>
                  <a:gd name="connsiteX1" fmla="*/ 1565484 w 1633220"/>
                  <a:gd name="connsiteY1" fmla="*/ 0 h 528320"/>
                  <a:gd name="connsiteX2" fmla="*/ 1633220 w 1633220"/>
                  <a:gd name="connsiteY2" fmla="*/ 67736 h 528320"/>
                  <a:gd name="connsiteX3" fmla="*/ 1633220 w 1633220"/>
                  <a:gd name="connsiteY3" fmla="*/ 460584 h 528320"/>
                  <a:gd name="connsiteX4" fmla="*/ 1565484 w 1633220"/>
                  <a:gd name="connsiteY4" fmla="*/ 528320 h 528320"/>
                  <a:gd name="connsiteX5" fmla="*/ 67736 w 1633220"/>
                  <a:gd name="connsiteY5" fmla="*/ 528320 h 528320"/>
                  <a:gd name="connsiteX6" fmla="*/ 0 w 1633220"/>
                  <a:gd name="connsiteY6" fmla="*/ 460584 h 528320"/>
                  <a:gd name="connsiteX7" fmla="*/ 0 w 1633220"/>
                  <a:gd name="connsiteY7" fmla="*/ 67736 h 528320"/>
                  <a:gd name="connsiteX8" fmla="*/ 67736 w 1633220"/>
                  <a:gd name="connsiteY8" fmla="*/ 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20" h="528320">
                    <a:moveTo>
                      <a:pt x="67736" y="0"/>
                    </a:moveTo>
                    <a:lnTo>
                      <a:pt x="1565484" y="0"/>
                    </a:lnTo>
                    <a:cubicBezTo>
                      <a:pt x="1602894" y="0"/>
                      <a:pt x="1633220" y="30326"/>
                      <a:pt x="1633220" y="67736"/>
                    </a:cubicBezTo>
                    <a:lnTo>
                      <a:pt x="1633220" y="460584"/>
                    </a:lnTo>
                    <a:cubicBezTo>
                      <a:pt x="1633220" y="497994"/>
                      <a:pt x="1602894" y="528320"/>
                      <a:pt x="1565484" y="528320"/>
                    </a:cubicBezTo>
                    <a:lnTo>
                      <a:pt x="67736" y="528320"/>
                    </a:lnTo>
                    <a:cubicBezTo>
                      <a:pt x="30326" y="528320"/>
                      <a:pt x="0" y="497994"/>
                      <a:pt x="0" y="460584"/>
                    </a:cubicBezTo>
                    <a:lnTo>
                      <a:pt x="0" y="67736"/>
                    </a:lnTo>
                    <a:cubicBezTo>
                      <a:pt x="0" y="30326"/>
                      <a:pt x="30326" y="0"/>
                      <a:pt x="67736" y="0"/>
                    </a:cubicBezTo>
                    <a:close/>
                  </a:path>
                </a:pathLst>
              </a:custGeom>
            </p:spPr>
          </p:pic>
        </p:grpSp>
        <p:pic>
          <p:nvPicPr>
            <p:cNvPr id="92" name="Picture 91">
              <a:extLst>
                <a:ext uri="{FF2B5EF4-FFF2-40B4-BE49-F238E27FC236}">
                  <a16:creationId xmlns:a16="http://schemas.microsoft.com/office/drawing/2014/main" id="{AA3F6671-C62E-40CC-D9D8-153BAE49A805}"/>
                </a:ext>
              </a:extLst>
            </p:cNvPr>
            <p:cNvPicPr>
              <a:picLocks noChangeAspect="1"/>
            </p:cNvPicPr>
            <p:nvPr/>
          </p:nvPicPr>
          <p:blipFill>
            <a:blip r:embed="rId20"/>
            <a:stretch>
              <a:fillRect/>
            </a:stretch>
          </p:blipFill>
          <p:spPr>
            <a:xfrm>
              <a:off x="13901777" y="23445606"/>
              <a:ext cx="3590846" cy="4660788"/>
            </a:xfrm>
            <a:prstGeom prst="rect">
              <a:avLst/>
            </a:prstGeom>
          </p:spPr>
        </p:pic>
        <p:sp>
          <p:nvSpPr>
            <p:cNvPr id="95" name="TextBox 94">
              <a:extLst>
                <a:ext uri="{FF2B5EF4-FFF2-40B4-BE49-F238E27FC236}">
                  <a16:creationId xmlns:a16="http://schemas.microsoft.com/office/drawing/2014/main" id="{3410393E-2C41-7747-635A-AA1D350C2E97}"/>
                </a:ext>
              </a:extLst>
            </p:cNvPr>
            <p:cNvSpPr txBox="1"/>
            <p:nvPr/>
          </p:nvSpPr>
          <p:spPr>
            <a:xfrm>
              <a:off x="13901777" y="28044577"/>
              <a:ext cx="3590846" cy="848839"/>
            </a:xfrm>
            <a:prstGeom prst="rect">
              <a:avLst/>
            </a:prstGeom>
            <a:solidFill>
              <a:schemeClr val="bg1"/>
            </a:solidFill>
          </p:spPr>
          <p:txBody>
            <a:bodyPr wrap="square" rtlCol="0">
              <a:spAutoFit/>
            </a:bodyPr>
            <a:lstStyle/>
            <a:p>
              <a:pPr algn="ctr"/>
              <a:r>
                <a:rPr lang="en-US" sz="2400" dirty="0">
                  <a:latin typeface="Arial" panose="020B0604020202020204" pitchFamily="34" charset="0"/>
                  <a:cs typeface="Arial" panose="020B0604020202020204" pitchFamily="34" charset="0"/>
                </a:rPr>
                <a:t>Red pointer to precisely focus the target</a:t>
              </a:r>
            </a:p>
          </p:txBody>
        </p:sp>
        <p:sp>
          <p:nvSpPr>
            <p:cNvPr id="96" name="TextBox 95">
              <a:extLst>
                <a:ext uri="{FF2B5EF4-FFF2-40B4-BE49-F238E27FC236}">
                  <a16:creationId xmlns:a16="http://schemas.microsoft.com/office/drawing/2014/main" id="{CA239C1A-5756-3698-13C8-C407693097F5}"/>
                </a:ext>
              </a:extLst>
            </p:cNvPr>
            <p:cNvSpPr txBox="1"/>
            <p:nvPr/>
          </p:nvSpPr>
          <p:spPr>
            <a:xfrm>
              <a:off x="17753054" y="28044576"/>
              <a:ext cx="3997502" cy="830997"/>
            </a:xfrm>
            <a:prstGeom prst="rect">
              <a:avLst/>
            </a:prstGeom>
            <a:solidFill>
              <a:schemeClr val="bg1"/>
            </a:solidFill>
          </p:spPr>
          <p:txBody>
            <a:bodyPr wrap="square" rtlCol="0">
              <a:spAutoFit/>
            </a:bodyPr>
            <a:lstStyle/>
            <a:p>
              <a:pPr algn="ctr"/>
              <a:r>
                <a:rPr lang="en-US" sz="2400" dirty="0">
                  <a:latin typeface="Arial" panose="020B0604020202020204" pitchFamily="34" charset="0"/>
                  <a:cs typeface="Arial" panose="020B0604020202020204" pitchFamily="34" charset="0"/>
                </a:rPr>
                <a:t>Real-time tracking of laser operation inside the box</a:t>
              </a:r>
            </a:p>
          </p:txBody>
        </p:sp>
        <p:sp>
          <p:nvSpPr>
            <p:cNvPr id="97" name="TextBox 96">
              <a:extLst>
                <a:ext uri="{FF2B5EF4-FFF2-40B4-BE49-F238E27FC236}">
                  <a16:creationId xmlns:a16="http://schemas.microsoft.com/office/drawing/2014/main" id="{E3A745A7-A45C-4BAF-5688-E126F8F6FCCA}"/>
                </a:ext>
              </a:extLst>
            </p:cNvPr>
            <p:cNvSpPr txBox="1"/>
            <p:nvPr/>
          </p:nvSpPr>
          <p:spPr>
            <a:xfrm>
              <a:off x="21942721" y="28044576"/>
              <a:ext cx="3416196" cy="830997"/>
            </a:xfrm>
            <a:prstGeom prst="rect">
              <a:avLst/>
            </a:prstGeom>
            <a:solidFill>
              <a:schemeClr val="bg1"/>
            </a:solidFill>
          </p:spPr>
          <p:txBody>
            <a:bodyPr wrap="square" rtlCol="0">
              <a:spAutoFit/>
            </a:bodyPr>
            <a:lstStyle/>
            <a:p>
              <a:pPr algn="ctr"/>
              <a:r>
                <a:rPr lang="en-US" sz="2400" dirty="0">
                  <a:latin typeface="Arial" panose="020B0604020202020204" pitchFamily="34" charset="0"/>
                  <a:cs typeface="Arial" panose="020B0604020202020204" pitchFamily="34" charset="0"/>
                </a:rPr>
                <a:t>Thermal image for temperature tracking</a:t>
              </a:r>
            </a:p>
          </p:txBody>
        </p:sp>
      </p:grpSp>
      <p:grpSp>
        <p:nvGrpSpPr>
          <p:cNvPr id="102" name="Group 101">
            <a:extLst>
              <a:ext uri="{FF2B5EF4-FFF2-40B4-BE49-F238E27FC236}">
                <a16:creationId xmlns:a16="http://schemas.microsoft.com/office/drawing/2014/main" id="{BDBC251A-1D4C-E058-99C2-96D93CE55038}"/>
              </a:ext>
            </a:extLst>
          </p:cNvPr>
          <p:cNvGrpSpPr/>
          <p:nvPr/>
        </p:nvGrpSpPr>
        <p:grpSpPr>
          <a:xfrm>
            <a:off x="24697224" y="22622394"/>
            <a:ext cx="5455906" cy="2992451"/>
            <a:chOff x="24697224" y="22871778"/>
            <a:chExt cx="5455906" cy="2992451"/>
          </a:xfrm>
        </p:grpSpPr>
        <p:pic>
          <p:nvPicPr>
            <p:cNvPr id="99" name="Picture 98">
              <a:extLst>
                <a:ext uri="{FF2B5EF4-FFF2-40B4-BE49-F238E27FC236}">
                  <a16:creationId xmlns:a16="http://schemas.microsoft.com/office/drawing/2014/main" id="{6F2C8FDE-34D1-7470-CA51-95EAE3F675BD}"/>
                </a:ext>
              </a:extLst>
            </p:cNvPr>
            <p:cNvPicPr>
              <a:picLocks noChangeAspect="1"/>
            </p:cNvPicPr>
            <p:nvPr/>
          </p:nvPicPr>
          <p:blipFill>
            <a:blip r:embed="rId21"/>
            <a:srcRect l="10078" t="42315" r="5909" b="36629"/>
            <a:stretch>
              <a:fillRect/>
            </a:stretch>
          </p:blipFill>
          <p:spPr>
            <a:xfrm rot="10800000">
              <a:off x="24705114" y="24099349"/>
              <a:ext cx="5440128" cy="1067894"/>
            </a:xfrm>
            <a:prstGeom prst="rect">
              <a:avLst/>
            </a:prstGeom>
          </p:spPr>
        </p:pic>
        <p:pic>
          <p:nvPicPr>
            <p:cNvPr id="100" name="Picture 99">
              <a:extLst>
                <a:ext uri="{FF2B5EF4-FFF2-40B4-BE49-F238E27FC236}">
                  <a16:creationId xmlns:a16="http://schemas.microsoft.com/office/drawing/2014/main" id="{6FE6A3B2-9FBB-BBC0-7EFA-5793B5D85CDE}"/>
                </a:ext>
              </a:extLst>
            </p:cNvPr>
            <p:cNvPicPr>
              <a:picLocks noChangeAspect="1"/>
            </p:cNvPicPr>
            <p:nvPr/>
          </p:nvPicPr>
          <p:blipFill>
            <a:blip r:embed="rId22"/>
            <a:srcRect l="8707" t="43025" r="6701" b="37037"/>
            <a:stretch>
              <a:fillRect/>
            </a:stretch>
          </p:blipFill>
          <p:spPr>
            <a:xfrm rot="10800000">
              <a:off x="24705114" y="22871778"/>
              <a:ext cx="5440127" cy="1004204"/>
            </a:xfrm>
            <a:prstGeom prst="rect">
              <a:avLst/>
            </a:prstGeom>
          </p:spPr>
        </p:pic>
        <p:sp>
          <p:nvSpPr>
            <p:cNvPr id="101" name="TextBox 100">
              <a:extLst>
                <a:ext uri="{FF2B5EF4-FFF2-40B4-BE49-F238E27FC236}">
                  <a16:creationId xmlns:a16="http://schemas.microsoft.com/office/drawing/2014/main" id="{7FDBAD7C-22CB-2591-470C-A5E4A66CC415}"/>
                </a:ext>
              </a:extLst>
            </p:cNvPr>
            <p:cNvSpPr txBox="1"/>
            <p:nvPr/>
          </p:nvSpPr>
          <p:spPr>
            <a:xfrm>
              <a:off x="24697224" y="25402564"/>
              <a:ext cx="5455906"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highlight>
                    <a:srgbClr val="FFFFFF"/>
                  </a:highlight>
                  <a:latin typeface="Arial" panose="020B0604020202020204" pitchFamily="34" charset="0"/>
                  <a:ea typeface="Open Sans"/>
                  <a:cs typeface="Arial" panose="020B0604020202020204" pitchFamily="34" charset="0"/>
                </a:rPr>
                <a:t>Power and time combination tests</a:t>
              </a:r>
              <a:endParaRPr lang="en-US" sz="2400" dirty="0">
                <a:latin typeface="Arial" panose="020B0604020202020204" pitchFamily="34" charset="0"/>
                <a:ea typeface="Calibri"/>
                <a:cs typeface="Arial" panose="020B0604020202020204" pitchFamily="34" charset="0"/>
              </a:endParaRPr>
            </a:p>
          </p:txBody>
        </p:sp>
      </p:grpSp>
      <p:sp>
        <p:nvSpPr>
          <p:cNvPr id="18" name="TextBox 17">
            <a:extLst>
              <a:ext uri="{FF2B5EF4-FFF2-40B4-BE49-F238E27FC236}">
                <a16:creationId xmlns:a16="http://schemas.microsoft.com/office/drawing/2014/main" id="{6FAF5805-FFBC-48F7-2D4B-686917B76224}"/>
              </a:ext>
            </a:extLst>
          </p:cNvPr>
          <p:cNvSpPr txBox="1"/>
          <p:nvPr/>
        </p:nvSpPr>
        <p:spPr>
          <a:xfrm>
            <a:off x="24176860" y="33748522"/>
            <a:ext cx="6067814" cy="83099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highlight>
                  <a:srgbClr val="FFFFFF"/>
                </a:highlight>
                <a:latin typeface="Arial" panose="020B0604020202020204" pitchFamily="34" charset="0"/>
                <a:ea typeface="+mn-lt"/>
                <a:cs typeface="Arial" panose="020B0604020202020204" pitchFamily="34" charset="0"/>
              </a:rPr>
              <a:t>Prototype laser actuation mechanism with dual-motion action</a:t>
            </a:r>
            <a:endParaRPr lang="en-US" sz="2400" dirty="0">
              <a:latin typeface="Arial" panose="020B0604020202020204" pitchFamily="34" charset="0"/>
              <a:ea typeface="+mn-lt"/>
              <a:cs typeface="Arial" panose="020B0604020202020204" pitchFamily="34" charset="0"/>
            </a:endParaRPr>
          </a:p>
        </p:txBody>
      </p:sp>
      <p:sp>
        <p:nvSpPr>
          <p:cNvPr id="106" name="TextBox 105">
            <a:extLst>
              <a:ext uri="{FF2B5EF4-FFF2-40B4-BE49-F238E27FC236}">
                <a16:creationId xmlns:a16="http://schemas.microsoft.com/office/drawing/2014/main" id="{7BAD0E6A-720A-5FE5-B125-E36930184268}"/>
              </a:ext>
            </a:extLst>
          </p:cNvPr>
          <p:cNvSpPr txBox="1"/>
          <p:nvPr/>
        </p:nvSpPr>
        <p:spPr>
          <a:xfrm>
            <a:off x="14083596" y="36892244"/>
            <a:ext cx="8191456"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highlight>
                  <a:srgbClr val="FFFFFF"/>
                </a:highlight>
                <a:latin typeface="Arial" panose="020B0604020202020204" pitchFamily="34" charset="0"/>
                <a:ea typeface="+mn-lt"/>
                <a:cs typeface="Arial" panose="020B0604020202020204" pitchFamily="34" charset="0"/>
              </a:rPr>
              <a:t>Integration of laser and sprayer on the robot</a:t>
            </a:r>
            <a:endParaRPr lang="en-US" sz="2400" dirty="0">
              <a:latin typeface="Arial" panose="020B0604020202020204" pitchFamily="34" charset="0"/>
              <a:ea typeface="+mn-lt"/>
              <a:cs typeface="Arial" panose="020B0604020202020204" pitchFamily="34" charset="0"/>
            </a:endParaRPr>
          </a:p>
        </p:txBody>
      </p:sp>
      <p:pic>
        <p:nvPicPr>
          <p:cNvPr id="108" name="Picture 107">
            <a:extLst>
              <a:ext uri="{FF2B5EF4-FFF2-40B4-BE49-F238E27FC236}">
                <a16:creationId xmlns:a16="http://schemas.microsoft.com/office/drawing/2014/main" id="{EF03DD51-6EB6-C52C-E4A9-BE145DF87487}"/>
              </a:ext>
            </a:extLst>
          </p:cNvPr>
          <p:cNvPicPr>
            <a:picLocks noChangeAspect="1"/>
          </p:cNvPicPr>
          <p:nvPr/>
        </p:nvPicPr>
        <p:blipFill>
          <a:blip r:embed="rId23"/>
          <a:stretch>
            <a:fillRect/>
          </a:stretch>
        </p:blipFill>
        <p:spPr>
          <a:xfrm>
            <a:off x="13391996" y="31929981"/>
            <a:ext cx="9574656" cy="4811524"/>
          </a:xfrm>
          <a:prstGeom prst="rect">
            <a:avLst/>
          </a:prstGeom>
        </p:spPr>
      </p:pic>
      <p:sp>
        <p:nvSpPr>
          <p:cNvPr id="110" name="TextBox 109">
            <a:extLst>
              <a:ext uri="{FF2B5EF4-FFF2-40B4-BE49-F238E27FC236}">
                <a16:creationId xmlns:a16="http://schemas.microsoft.com/office/drawing/2014/main" id="{FFF826C0-3E9A-85FB-D411-E8FE81E78430}"/>
              </a:ext>
            </a:extLst>
          </p:cNvPr>
          <p:cNvSpPr txBox="1"/>
          <p:nvPr/>
        </p:nvSpPr>
        <p:spPr>
          <a:xfrm>
            <a:off x="20620088" y="37791090"/>
            <a:ext cx="9774288" cy="2739211"/>
          </a:xfrm>
          <a:prstGeom prst="rect">
            <a:avLst/>
          </a:prstGeom>
          <a:noFill/>
        </p:spPr>
        <p:txBody>
          <a:bodyPr wrap="square" rtlCol="0">
            <a:spAutoFit/>
          </a:bodyPr>
          <a:lstStyle/>
          <a:p>
            <a:r>
              <a:rPr lang="en-US" sz="3200" b="1" dirty="0">
                <a:latin typeface="Arial" panose="020B0604020202020204" pitchFamily="34" charset="0"/>
                <a:cs typeface="Arial" panose="020B0604020202020204" pitchFamily="34" charset="0"/>
              </a:rPr>
              <a:t>ACKNOWLEDGEMENTS: </a:t>
            </a:r>
          </a:p>
          <a:p>
            <a:r>
              <a:rPr lang="en-US" sz="2800" dirty="0">
                <a:latin typeface="Arial" panose="020B0604020202020204" pitchFamily="34" charset="0"/>
                <a:cs typeface="Arial" panose="020B0604020202020204" pitchFamily="34" charset="0"/>
              </a:rPr>
              <a:t>We gratefully acknowledge funding from IIT Kharagpur’s Semester Away Project Program, hosting and support from the Department of Agricultural and Biological Engineering at UIUC, and project support from AIFARMS to serve horseradish growers. </a:t>
            </a:r>
            <a:endParaRPr lang="en-US" sz="3200" dirty="0">
              <a:latin typeface="Arial" panose="020B0604020202020204" pitchFamily="34" charset="0"/>
              <a:cs typeface="Arial" panose="020B0604020202020204" pitchFamily="34" charset="0"/>
            </a:endParaRPr>
          </a:p>
        </p:txBody>
      </p:sp>
      <p:grpSp>
        <p:nvGrpSpPr>
          <p:cNvPr id="113" name="Group 112">
            <a:extLst>
              <a:ext uri="{FF2B5EF4-FFF2-40B4-BE49-F238E27FC236}">
                <a16:creationId xmlns:a16="http://schemas.microsoft.com/office/drawing/2014/main" id="{D122BA18-B08C-4EAD-B233-67CDC19C02AC}"/>
              </a:ext>
            </a:extLst>
          </p:cNvPr>
          <p:cNvGrpSpPr/>
          <p:nvPr/>
        </p:nvGrpSpPr>
        <p:grpSpPr>
          <a:xfrm>
            <a:off x="3199866" y="37958377"/>
            <a:ext cx="8776916" cy="2216836"/>
            <a:chOff x="3199866" y="37895263"/>
            <a:chExt cx="8776916" cy="2216836"/>
          </a:xfrm>
        </p:grpSpPr>
        <p:pic>
          <p:nvPicPr>
            <p:cNvPr id="112" name="Picture 111">
              <a:extLst>
                <a:ext uri="{FF2B5EF4-FFF2-40B4-BE49-F238E27FC236}">
                  <a16:creationId xmlns:a16="http://schemas.microsoft.com/office/drawing/2014/main" id="{A1798EED-22D3-2F05-1597-60FFC1CE94C9}"/>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3199866" y="37895263"/>
              <a:ext cx="8776916" cy="923181"/>
            </a:xfrm>
            <a:prstGeom prst="rect">
              <a:avLst/>
            </a:prstGeom>
          </p:spPr>
        </p:pic>
        <p:pic>
          <p:nvPicPr>
            <p:cNvPr id="1034" name="Picture 10" descr="Institute – AIFARMS - AI Institutes Virtual Organization">
              <a:extLst>
                <a:ext uri="{FF2B5EF4-FFF2-40B4-BE49-F238E27FC236}">
                  <a16:creationId xmlns:a16="http://schemas.microsoft.com/office/drawing/2014/main" id="{0CEBBB26-5426-FDF6-EBB9-069B90469F76}"/>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416964" y="38926062"/>
              <a:ext cx="6342720" cy="118603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4086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yDAg_2026_Header_Template" id="{346C5202-4859-A84B-BD49-E12ED837FBE7}" vid="{5325BC6C-ABBA-D347-A3E4-016202B418D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552</Words>
  <Application>Microsoft Office PowerPoint</Application>
  <PresentationFormat>Custom</PresentationFormat>
  <Paragraphs>50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United Sans Cond Heavy</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Geovanny Acosta Guatemal</dc:creator>
  <cp:lastModifiedBy>Shajahan, Sunoj</cp:lastModifiedBy>
  <cp:revision>648</cp:revision>
  <dcterms:created xsi:type="dcterms:W3CDTF">2026-09-12T00:09:37Z</dcterms:created>
  <dcterms:modified xsi:type="dcterms:W3CDTF">2026-09-23T12:59:24Z</dcterms:modified>
  <dc:identifier>DAGyH6SkUZM</dc:identifier>
</cp:coreProperties>
</file>